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5" r:id="rId10"/>
    <p:sldId id="296" r:id="rId11"/>
    <p:sldId id="267" r:id="rId12"/>
    <p:sldId id="268" r:id="rId13"/>
    <p:sldId id="266" r:id="rId14"/>
    <p:sldId id="265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7" r:id="rId34"/>
    <p:sldId id="289" r:id="rId35"/>
    <p:sldId id="290" r:id="rId36"/>
    <p:sldId id="291" r:id="rId37"/>
    <p:sldId id="297" r:id="rId38"/>
    <p:sldId id="298" r:id="rId39"/>
    <p:sldId id="299" r:id="rId40"/>
    <p:sldId id="300" r:id="rId41"/>
    <p:sldId id="293" r:id="rId42"/>
    <p:sldId id="29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5E7E36-4851-44D4-AB9B-7ABCBA75A573}" v="24" dt="2026-10-01T14:14:10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lidevara Bhagya Deepthi" userId="852aae87b42ca386" providerId="LiveId" clId="{1A3466CF-23B1-4662-978C-D168C71D81C4}"/>
    <pc:docChg chg="undo custSel addSld delSld modSld sldOrd">
      <pc:chgData name="Galidevara Bhagya Deepthi" userId="852aae87b42ca386" providerId="LiveId" clId="{1A3466CF-23B1-4662-978C-D168C71D81C4}" dt="2026-10-01T14:14:54.423" v="283" actId="1076"/>
      <pc:docMkLst>
        <pc:docMk/>
      </pc:docMkLst>
      <pc:sldChg chg="modSp mod">
        <pc:chgData name="Galidevara Bhagya Deepthi" userId="852aae87b42ca386" providerId="LiveId" clId="{1A3466CF-23B1-4662-978C-D168C71D81C4}" dt="2026-10-01T13:41:44.144" v="8" actId="1076"/>
        <pc:sldMkLst>
          <pc:docMk/>
          <pc:sldMk cId="4064716637" sldId="270"/>
        </pc:sldMkLst>
        <pc:picChg chg="mod">
          <ac:chgData name="Galidevara Bhagya Deepthi" userId="852aae87b42ca386" providerId="LiveId" clId="{1A3466CF-23B1-4662-978C-D168C71D81C4}" dt="2026-10-01T13:41:44.144" v="8" actId="1076"/>
          <ac:picMkLst>
            <pc:docMk/>
            <pc:sldMk cId="4064716637" sldId="270"/>
            <ac:picMk id="10" creationId="{8D15534D-883C-32E8-1BC8-08CEC9A1D95D}"/>
          </ac:picMkLst>
        </pc:picChg>
      </pc:sldChg>
      <pc:sldChg chg="ord">
        <pc:chgData name="Galidevara Bhagya Deepthi" userId="852aae87b42ca386" providerId="LiveId" clId="{1A3466CF-23B1-4662-978C-D168C71D81C4}" dt="2026-10-01T08:08:11.490" v="2"/>
        <pc:sldMkLst>
          <pc:docMk/>
          <pc:sldMk cId="1695713745" sldId="286"/>
        </pc:sldMkLst>
      </pc:sldChg>
      <pc:sldChg chg="modSp ord">
        <pc:chgData name="Galidevara Bhagya Deepthi" userId="852aae87b42ca386" providerId="LiveId" clId="{1A3466CF-23B1-4662-978C-D168C71D81C4}" dt="2026-10-01T08:08:13.267" v="3"/>
        <pc:sldMkLst>
          <pc:docMk/>
          <pc:sldMk cId="214894991" sldId="288"/>
        </pc:sldMkLst>
        <pc:spChg chg="mod">
          <ac:chgData name="Galidevara Bhagya Deepthi" userId="852aae87b42ca386" providerId="LiveId" clId="{1A3466CF-23B1-4662-978C-D168C71D81C4}" dt="2026-10-01T08:03:45.773" v="0"/>
          <ac:spMkLst>
            <pc:docMk/>
            <pc:sldMk cId="214894991" sldId="288"/>
            <ac:spMk id="3" creationId="{EB99679E-6C00-8D1F-D3BC-B6D9169F38E8}"/>
          </ac:spMkLst>
        </pc:spChg>
      </pc:sldChg>
      <pc:sldChg chg="modSp mod">
        <pc:chgData name="Galidevara Bhagya Deepthi" userId="852aae87b42ca386" providerId="LiveId" clId="{1A3466CF-23B1-4662-978C-D168C71D81C4}" dt="2026-10-01T13:47:54.698" v="46" actId="1076"/>
        <pc:sldMkLst>
          <pc:docMk/>
          <pc:sldMk cId="2932868928" sldId="290"/>
        </pc:sldMkLst>
        <pc:spChg chg="mod">
          <ac:chgData name="Galidevara Bhagya Deepthi" userId="852aae87b42ca386" providerId="LiveId" clId="{1A3466CF-23B1-4662-978C-D168C71D81C4}" dt="2026-10-01T13:46:26.791" v="36" actId="1076"/>
          <ac:spMkLst>
            <pc:docMk/>
            <pc:sldMk cId="2932868928" sldId="290"/>
            <ac:spMk id="2" creationId="{9A6924DB-4763-5D34-40B7-4FAD0331D66F}"/>
          </ac:spMkLst>
        </pc:spChg>
        <pc:spChg chg="mod">
          <ac:chgData name="Galidevara Bhagya Deepthi" userId="852aae87b42ca386" providerId="LiveId" clId="{1A3466CF-23B1-4662-978C-D168C71D81C4}" dt="2026-10-01T13:47:54.698" v="46" actId="1076"/>
          <ac:spMkLst>
            <pc:docMk/>
            <pc:sldMk cId="2932868928" sldId="290"/>
            <ac:spMk id="6" creationId="{43EF2586-5F13-2197-8273-24EF53C4FA63}"/>
          </ac:spMkLst>
        </pc:spChg>
        <pc:spChg chg="mod">
          <ac:chgData name="Galidevara Bhagya Deepthi" userId="852aae87b42ca386" providerId="LiveId" clId="{1A3466CF-23B1-4662-978C-D168C71D81C4}" dt="2026-10-01T13:47:41.577" v="43" actId="1076"/>
          <ac:spMkLst>
            <pc:docMk/>
            <pc:sldMk cId="2932868928" sldId="290"/>
            <ac:spMk id="8" creationId="{8ED11576-B148-F434-C5F8-C0905B37563E}"/>
          </ac:spMkLst>
        </pc:spChg>
        <pc:graphicFrameChg chg="mod modGraphic">
          <ac:chgData name="Galidevara Bhagya Deepthi" userId="852aae87b42ca386" providerId="LiveId" clId="{1A3466CF-23B1-4662-978C-D168C71D81C4}" dt="2026-10-01T13:47:46.922" v="44" actId="1076"/>
          <ac:graphicFrameMkLst>
            <pc:docMk/>
            <pc:sldMk cId="2932868928" sldId="290"/>
            <ac:graphicFrameMk id="4" creationId="{006A7D18-BBC5-796D-E8AB-E5F0992F5D5E}"/>
          </ac:graphicFrameMkLst>
        </pc:graphicFrameChg>
      </pc:sldChg>
      <pc:sldChg chg="addSp delSp modSp mod">
        <pc:chgData name="Galidevara Bhagya Deepthi" userId="852aae87b42ca386" providerId="LiveId" clId="{1A3466CF-23B1-4662-978C-D168C71D81C4}" dt="2026-10-01T13:55:05.106" v="126" actId="1076"/>
        <pc:sldMkLst>
          <pc:docMk/>
          <pc:sldMk cId="1253932645" sldId="291"/>
        </pc:sldMkLst>
        <pc:spChg chg="add del mod">
          <ac:chgData name="Galidevara Bhagya Deepthi" userId="852aae87b42ca386" providerId="LiveId" clId="{1A3466CF-23B1-4662-978C-D168C71D81C4}" dt="2026-10-01T13:48:41.132" v="48" actId="478"/>
          <ac:spMkLst>
            <pc:docMk/>
            <pc:sldMk cId="1253932645" sldId="291"/>
            <ac:spMk id="3" creationId="{8AAE5C5A-AC0C-444A-3E81-BD6DB5B1B9E9}"/>
          </ac:spMkLst>
        </pc:spChg>
        <pc:spChg chg="del mod">
          <ac:chgData name="Galidevara Bhagya Deepthi" userId="852aae87b42ca386" providerId="LiveId" clId="{1A3466CF-23B1-4662-978C-D168C71D81C4}" dt="2026-10-01T13:49:15.704" v="92"/>
          <ac:spMkLst>
            <pc:docMk/>
            <pc:sldMk cId="1253932645" sldId="291"/>
            <ac:spMk id="7" creationId="{AE92BD69-8408-5ADE-04CE-4F0F7EFAE0C4}"/>
          </ac:spMkLst>
        </pc:spChg>
        <pc:spChg chg="del mod">
          <ac:chgData name="Galidevara Bhagya Deepthi" userId="852aae87b42ca386" providerId="LiveId" clId="{1A3466CF-23B1-4662-978C-D168C71D81C4}" dt="2026-10-01T13:49:15.702" v="88"/>
          <ac:spMkLst>
            <pc:docMk/>
            <pc:sldMk cId="1253932645" sldId="291"/>
            <ac:spMk id="9" creationId="{30743355-7C3F-7A03-05B2-E28177E7E197}"/>
          </ac:spMkLst>
        </pc:spChg>
        <pc:spChg chg="add del mod">
          <ac:chgData name="Galidevara Bhagya Deepthi" userId="852aae87b42ca386" providerId="LiveId" clId="{1A3466CF-23B1-4662-978C-D168C71D81C4}" dt="2026-10-01T13:49:51.872" v="95" actId="21"/>
          <ac:spMkLst>
            <pc:docMk/>
            <pc:sldMk cId="1253932645" sldId="291"/>
            <ac:spMk id="10" creationId="{275773D0-7DC6-6801-BFE1-AD5929C54CE6}"/>
          </ac:spMkLst>
        </pc:spChg>
        <pc:spChg chg="del mod">
          <ac:chgData name="Galidevara Bhagya Deepthi" userId="852aae87b42ca386" providerId="LiveId" clId="{1A3466CF-23B1-4662-978C-D168C71D81C4}" dt="2026-10-01T13:49:15.700" v="86"/>
          <ac:spMkLst>
            <pc:docMk/>
            <pc:sldMk cId="1253932645" sldId="291"/>
            <ac:spMk id="11" creationId="{55391B79-65A7-947D-311E-A57100B59A88}"/>
          </ac:spMkLst>
        </pc:spChg>
        <pc:spChg chg="del mod">
          <ac:chgData name="Galidevara Bhagya Deepthi" userId="852aae87b42ca386" providerId="LiveId" clId="{1A3466CF-23B1-4662-978C-D168C71D81C4}" dt="2026-10-01T13:49:15.702" v="90"/>
          <ac:spMkLst>
            <pc:docMk/>
            <pc:sldMk cId="1253932645" sldId="291"/>
            <ac:spMk id="13" creationId="{2D03E0DE-A035-6608-5DD1-0148D9E03F97}"/>
          </ac:spMkLst>
        </pc:spChg>
        <pc:spChg chg="add mod">
          <ac:chgData name="Galidevara Bhagya Deepthi" userId="852aae87b42ca386" providerId="LiveId" clId="{1A3466CF-23B1-4662-978C-D168C71D81C4}" dt="2026-10-01T13:55:05.106" v="126" actId="1076"/>
          <ac:spMkLst>
            <pc:docMk/>
            <pc:sldMk cId="1253932645" sldId="291"/>
            <ac:spMk id="14" creationId="{A5FADCA9-FD06-536C-A7F4-09127E5E918C}"/>
          </ac:spMkLst>
        </pc:spChg>
        <pc:spChg chg="add mod">
          <ac:chgData name="Galidevara Bhagya Deepthi" userId="852aae87b42ca386" providerId="LiveId" clId="{1A3466CF-23B1-4662-978C-D168C71D81C4}" dt="2026-10-01T13:54:42.892" v="123" actId="1076"/>
          <ac:spMkLst>
            <pc:docMk/>
            <pc:sldMk cId="1253932645" sldId="291"/>
            <ac:spMk id="17" creationId="{CEC7F037-B7CB-9EA8-3036-E17DD2ACD8F9}"/>
          </ac:spMkLst>
        </pc:spChg>
        <pc:graphicFrameChg chg="del">
          <ac:chgData name="Galidevara Bhagya Deepthi" userId="852aae87b42ca386" providerId="LiveId" clId="{1A3466CF-23B1-4662-978C-D168C71D81C4}" dt="2026-10-01T13:48:29.689" v="47" actId="21"/>
          <ac:graphicFrameMkLst>
            <pc:docMk/>
            <pc:sldMk cId="1253932645" sldId="291"/>
            <ac:graphicFrameMk id="4" creationId="{3415E01E-DA7F-D166-004A-C7B9159075BD}"/>
          </ac:graphicFrameMkLst>
        </pc:graphicFrameChg>
        <pc:graphicFrameChg chg="del">
          <ac:chgData name="Galidevara Bhagya Deepthi" userId="852aae87b42ca386" providerId="LiveId" clId="{1A3466CF-23B1-4662-978C-D168C71D81C4}" dt="2026-10-01T13:48:43.223" v="49" actId="478"/>
          <ac:graphicFrameMkLst>
            <pc:docMk/>
            <pc:sldMk cId="1253932645" sldId="291"/>
            <ac:graphicFrameMk id="5" creationId="{04D1DC48-2502-3FD3-B275-75FFE8779E9B}"/>
          </ac:graphicFrameMkLst>
        </pc:graphicFrameChg>
        <pc:graphicFrameChg chg="add del mod">
          <ac:chgData name="Galidevara Bhagya Deepthi" userId="852aae87b42ca386" providerId="LiveId" clId="{1A3466CF-23B1-4662-978C-D168C71D81C4}" dt="2026-10-01T13:49:15.698" v="84" actId="478"/>
          <ac:graphicFrameMkLst>
            <pc:docMk/>
            <pc:sldMk cId="1253932645" sldId="291"/>
            <ac:graphicFrameMk id="6" creationId="{3415E01E-DA7F-D166-004A-C7B9159075BD}"/>
          </ac:graphicFrameMkLst>
        </pc:graphicFrameChg>
        <pc:graphicFrameChg chg="add mod modGraphic">
          <ac:chgData name="Galidevara Bhagya Deepthi" userId="852aae87b42ca386" providerId="LiveId" clId="{1A3466CF-23B1-4662-978C-D168C71D81C4}" dt="2026-10-01T13:54:36.578" v="122" actId="1076"/>
          <ac:graphicFrameMkLst>
            <pc:docMk/>
            <pc:sldMk cId="1253932645" sldId="291"/>
            <ac:graphicFrameMk id="18" creationId="{8DB3B893-30A9-392F-CB5C-D96982E997AB}"/>
          </ac:graphicFrameMkLst>
        </pc:graphicFrameChg>
      </pc:sldChg>
      <pc:sldChg chg="del">
        <pc:chgData name="Galidevara Bhagya Deepthi" userId="852aae87b42ca386" providerId="LiveId" clId="{1A3466CF-23B1-4662-978C-D168C71D81C4}" dt="2026-10-01T14:01:12.819" v="170" actId="2696"/>
        <pc:sldMkLst>
          <pc:docMk/>
          <pc:sldMk cId="3341434843" sldId="292"/>
        </pc:sldMkLst>
      </pc:sldChg>
      <pc:sldChg chg="modSp add mod">
        <pc:chgData name="Galidevara Bhagya Deepthi" userId="852aae87b42ca386" providerId="LiveId" clId="{1A3466CF-23B1-4662-978C-D168C71D81C4}" dt="2026-10-01T13:42:41.332" v="20" actId="1076"/>
        <pc:sldMkLst>
          <pc:docMk/>
          <pc:sldMk cId="1877657303" sldId="296"/>
        </pc:sldMkLst>
        <pc:spChg chg="mod">
          <ac:chgData name="Galidevara Bhagya Deepthi" userId="852aae87b42ca386" providerId="LiveId" clId="{1A3466CF-23B1-4662-978C-D168C71D81C4}" dt="2026-10-01T13:42:41.332" v="20" actId="1076"/>
          <ac:spMkLst>
            <pc:docMk/>
            <pc:sldMk cId="1877657303" sldId="296"/>
            <ac:spMk id="2" creationId="{D589E174-5E07-290C-EBA9-C1FAD46593A0}"/>
          </ac:spMkLst>
        </pc:spChg>
      </pc:sldChg>
      <pc:sldChg chg="addSp delSp modSp new mod ord">
        <pc:chgData name="Galidevara Bhagya Deepthi" userId="852aae87b42ca386" providerId="LiveId" clId="{1A3466CF-23B1-4662-978C-D168C71D81C4}" dt="2026-10-01T14:08:40.922" v="219"/>
        <pc:sldMkLst>
          <pc:docMk/>
          <pc:sldMk cId="2195776362" sldId="297"/>
        </pc:sldMkLst>
        <pc:spChg chg="del">
          <ac:chgData name="Galidevara Bhagya Deepthi" userId="852aae87b42ca386" providerId="LiveId" clId="{1A3466CF-23B1-4662-978C-D168C71D81C4}" dt="2026-10-01T13:55:33.462" v="128" actId="21"/>
          <ac:spMkLst>
            <pc:docMk/>
            <pc:sldMk cId="2195776362" sldId="297"/>
            <ac:spMk id="2" creationId="{E6FAC4E7-F286-6272-62F0-DDB05CB29039}"/>
          </ac:spMkLst>
        </pc:spChg>
        <pc:spChg chg="del">
          <ac:chgData name="Galidevara Bhagya Deepthi" userId="852aae87b42ca386" providerId="LiveId" clId="{1A3466CF-23B1-4662-978C-D168C71D81C4}" dt="2026-10-01T13:56:04.688" v="129" actId="3680"/>
          <ac:spMkLst>
            <pc:docMk/>
            <pc:sldMk cId="2195776362" sldId="297"/>
            <ac:spMk id="3" creationId="{83F27F2F-2C7F-AE9E-D349-6B6D337326E7}"/>
          </ac:spMkLst>
        </pc:spChg>
        <pc:spChg chg="add mod">
          <ac:chgData name="Galidevara Bhagya Deepthi" userId="852aae87b42ca386" providerId="LiveId" clId="{1A3466CF-23B1-4662-978C-D168C71D81C4}" dt="2026-10-01T14:00:25.463" v="164" actId="1076"/>
          <ac:spMkLst>
            <pc:docMk/>
            <pc:sldMk cId="2195776362" sldId="297"/>
            <ac:spMk id="6" creationId="{7575EE69-F1EF-E23E-8CB6-EF570427DB68}"/>
          </ac:spMkLst>
        </pc:spChg>
        <pc:spChg chg="add mod">
          <ac:chgData name="Galidevara Bhagya Deepthi" userId="852aae87b42ca386" providerId="LiveId" clId="{1A3466CF-23B1-4662-978C-D168C71D81C4}" dt="2026-10-01T14:01:04.322" v="169" actId="113"/>
          <ac:spMkLst>
            <pc:docMk/>
            <pc:sldMk cId="2195776362" sldId="297"/>
            <ac:spMk id="8" creationId="{AC540927-DA66-06A4-E9C1-A59E7B309643}"/>
          </ac:spMkLst>
        </pc:spChg>
        <pc:spChg chg="add mod">
          <ac:chgData name="Galidevara Bhagya Deepthi" userId="852aae87b42ca386" providerId="LiveId" clId="{1A3466CF-23B1-4662-978C-D168C71D81C4}" dt="2026-10-01T13:59:59.710" v="160" actId="1076"/>
          <ac:spMkLst>
            <pc:docMk/>
            <pc:sldMk cId="2195776362" sldId="297"/>
            <ac:spMk id="13" creationId="{95C1B6D7-9482-7C33-D954-FB213E4E2077}"/>
          </ac:spMkLst>
        </pc:spChg>
        <pc:graphicFrameChg chg="add mod ord modGraphic">
          <ac:chgData name="Galidevara Bhagya Deepthi" userId="852aae87b42ca386" providerId="LiveId" clId="{1A3466CF-23B1-4662-978C-D168C71D81C4}" dt="2026-10-01T14:00:29.571" v="165" actId="1076"/>
          <ac:graphicFrameMkLst>
            <pc:docMk/>
            <pc:sldMk cId="2195776362" sldId="297"/>
            <ac:graphicFrameMk id="4" creationId="{0498E9F0-A281-4247-4FB0-532CDC877574}"/>
          </ac:graphicFrameMkLst>
        </pc:graphicFrameChg>
        <pc:graphicFrameChg chg="add mod modGraphic">
          <ac:chgData name="Galidevara Bhagya Deepthi" userId="852aae87b42ca386" providerId="LiveId" clId="{1A3466CF-23B1-4662-978C-D168C71D81C4}" dt="2026-10-01T14:00:10.150" v="161" actId="1076"/>
          <ac:graphicFrameMkLst>
            <pc:docMk/>
            <pc:sldMk cId="2195776362" sldId="297"/>
            <ac:graphicFrameMk id="9" creationId="{85923A74-9457-1480-76FB-4A75575B1493}"/>
          </ac:graphicFrameMkLst>
        </pc:graphicFrameChg>
        <pc:picChg chg="add mod">
          <ac:chgData name="Galidevara Bhagya Deepthi" userId="852aae87b42ca386" providerId="LiveId" clId="{1A3466CF-23B1-4662-978C-D168C71D81C4}" dt="2026-10-01T13:58:41.264" v="149" actId="14100"/>
          <ac:picMkLst>
            <pc:docMk/>
            <pc:sldMk cId="2195776362" sldId="297"/>
            <ac:picMk id="11" creationId="{E4AD83BC-7B8A-AD61-A43E-38B6C0E521F2}"/>
          </ac:picMkLst>
        </pc:picChg>
      </pc:sldChg>
      <pc:sldChg chg="addSp delSp modSp new mod">
        <pc:chgData name="Galidevara Bhagya Deepthi" userId="852aae87b42ca386" providerId="LiveId" clId="{1A3466CF-23B1-4662-978C-D168C71D81C4}" dt="2026-10-01T14:08:46.678" v="221" actId="14100"/>
        <pc:sldMkLst>
          <pc:docMk/>
          <pc:sldMk cId="318948457" sldId="298"/>
        </pc:sldMkLst>
        <pc:spChg chg="del">
          <ac:chgData name="Galidevara Bhagya Deepthi" userId="852aae87b42ca386" providerId="LiveId" clId="{1A3466CF-23B1-4662-978C-D168C71D81C4}" dt="2026-10-01T14:02:03.782" v="172" actId="21"/>
          <ac:spMkLst>
            <pc:docMk/>
            <pc:sldMk cId="318948457" sldId="298"/>
            <ac:spMk id="2" creationId="{866353AA-150D-647D-78ED-3BECE4185144}"/>
          </ac:spMkLst>
        </pc:spChg>
        <pc:spChg chg="mod">
          <ac:chgData name="Galidevara Bhagya Deepthi" userId="852aae87b42ca386" providerId="LiveId" clId="{1A3466CF-23B1-4662-978C-D168C71D81C4}" dt="2026-10-01T14:08:33.511" v="217" actId="14100"/>
          <ac:spMkLst>
            <pc:docMk/>
            <pc:sldMk cId="318948457" sldId="298"/>
            <ac:spMk id="3" creationId="{F4402BCA-CC54-977E-58F6-F68977CACB02}"/>
          </ac:spMkLst>
        </pc:spChg>
        <pc:spChg chg="add del">
          <ac:chgData name="Galidevara Bhagya Deepthi" userId="852aae87b42ca386" providerId="LiveId" clId="{1A3466CF-23B1-4662-978C-D168C71D81C4}" dt="2026-10-01T14:04:21.075" v="181" actId="21"/>
          <ac:spMkLst>
            <pc:docMk/>
            <pc:sldMk cId="318948457" sldId="298"/>
            <ac:spMk id="6" creationId="{02D5FD0E-C3E3-0361-3683-7C155CAD581F}"/>
          </ac:spMkLst>
        </pc:spChg>
        <pc:graphicFrameChg chg="add del mod">
          <ac:chgData name="Galidevara Bhagya Deepthi" userId="852aae87b42ca386" providerId="LiveId" clId="{1A3466CF-23B1-4662-978C-D168C71D81C4}" dt="2026-10-01T14:04:28.349" v="182" actId="21"/>
          <ac:graphicFrameMkLst>
            <pc:docMk/>
            <pc:sldMk cId="318948457" sldId="298"/>
            <ac:graphicFrameMk id="4" creationId="{0B93CE8B-B40C-21C9-BE16-16045CD173E6}"/>
          </ac:graphicFrameMkLst>
        </pc:graphicFrameChg>
        <pc:graphicFrameChg chg="add del">
          <ac:chgData name="Galidevara Bhagya Deepthi" userId="852aae87b42ca386" providerId="LiveId" clId="{1A3466CF-23B1-4662-978C-D168C71D81C4}" dt="2026-10-01T14:04:45.072" v="187" actId="21"/>
          <ac:graphicFrameMkLst>
            <pc:docMk/>
            <pc:sldMk cId="318948457" sldId="298"/>
            <ac:graphicFrameMk id="8" creationId="{C7E6F1BA-F75B-B2FA-B439-41E114840623}"/>
          </ac:graphicFrameMkLst>
        </pc:graphicFrameChg>
        <pc:graphicFrameChg chg="add del mod modGraphic">
          <ac:chgData name="Galidevara Bhagya Deepthi" userId="852aae87b42ca386" providerId="LiveId" clId="{1A3466CF-23B1-4662-978C-D168C71D81C4}" dt="2026-10-01T14:06:47.819" v="200" actId="21"/>
          <ac:graphicFrameMkLst>
            <pc:docMk/>
            <pc:sldMk cId="318948457" sldId="298"/>
            <ac:graphicFrameMk id="9" creationId="{C8B2492A-8974-D8A1-CB1D-8C06D029AF58}"/>
          </ac:graphicFrameMkLst>
        </pc:graphicFrameChg>
        <pc:graphicFrameChg chg="add mod">
          <ac:chgData name="Galidevara Bhagya Deepthi" userId="852aae87b42ca386" providerId="LiveId" clId="{1A3466CF-23B1-4662-978C-D168C71D81C4}" dt="2026-10-01T14:08:22.964" v="214" actId="1076"/>
          <ac:graphicFrameMkLst>
            <pc:docMk/>
            <pc:sldMk cId="318948457" sldId="298"/>
            <ac:graphicFrameMk id="10" creationId="{4606867C-A92B-AC52-C1D3-28605FB6E5D9}"/>
          </ac:graphicFrameMkLst>
        </pc:graphicFrameChg>
        <pc:picChg chg="add mod">
          <ac:chgData name="Galidevara Bhagya Deepthi" userId="852aae87b42ca386" providerId="LiveId" clId="{1A3466CF-23B1-4662-978C-D168C71D81C4}" dt="2026-10-01T14:08:46.678" v="221" actId="14100"/>
          <ac:picMkLst>
            <pc:docMk/>
            <pc:sldMk cId="318948457" sldId="298"/>
            <ac:picMk id="12" creationId="{DE2F02F4-CCDB-1F5F-299A-E4A6EF3B2D5F}"/>
          </ac:picMkLst>
        </pc:picChg>
      </pc:sldChg>
      <pc:sldChg chg="addSp delSp modSp new mod">
        <pc:chgData name="Galidevara Bhagya Deepthi" userId="852aae87b42ca386" providerId="LiveId" clId="{1A3466CF-23B1-4662-978C-D168C71D81C4}" dt="2026-10-01T14:12:39.247" v="258" actId="14100"/>
        <pc:sldMkLst>
          <pc:docMk/>
          <pc:sldMk cId="3389060124" sldId="299"/>
        </pc:sldMkLst>
        <pc:spChg chg="del">
          <ac:chgData name="Galidevara Bhagya Deepthi" userId="852aae87b42ca386" providerId="LiveId" clId="{1A3466CF-23B1-4662-978C-D168C71D81C4}" dt="2026-10-01T14:09:16.866" v="223" actId="21"/>
          <ac:spMkLst>
            <pc:docMk/>
            <pc:sldMk cId="3389060124" sldId="299"/>
            <ac:spMk id="2" creationId="{86DE1D90-653E-FEEC-EDAC-07DD6B370B46}"/>
          </ac:spMkLst>
        </pc:spChg>
        <pc:spChg chg="del">
          <ac:chgData name="Galidevara Bhagya Deepthi" userId="852aae87b42ca386" providerId="LiveId" clId="{1A3466CF-23B1-4662-978C-D168C71D81C4}" dt="2026-10-01T14:09:18.341" v="224"/>
          <ac:spMkLst>
            <pc:docMk/>
            <pc:sldMk cId="3389060124" sldId="299"/>
            <ac:spMk id="3" creationId="{73D7086C-48F4-FB9D-AEE6-D75EEDEDA399}"/>
          </ac:spMkLst>
        </pc:spChg>
        <pc:spChg chg="add mod">
          <ac:chgData name="Galidevara Bhagya Deepthi" userId="852aae87b42ca386" providerId="LiveId" clId="{1A3466CF-23B1-4662-978C-D168C71D81C4}" dt="2026-10-01T14:12:39.247" v="258" actId="14100"/>
          <ac:spMkLst>
            <pc:docMk/>
            <pc:sldMk cId="3389060124" sldId="299"/>
            <ac:spMk id="4" creationId="{86DE1D90-653E-FEEC-EDAC-07DD6B370B46}"/>
          </ac:spMkLst>
        </pc:spChg>
        <pc:spChg chg="add mod">
          <ac:chgData name="Galidevara Bhagya Deepthi" userId="852aae87b42ca386" providerId="LiveId" clId="{1A3466CF-23B1-4662-978C-D168C71D81C4}" dt="2026-10-01T14:12:28.814" v="256" actId="1076"/>
          <ac:spMkLst>
            <pc:docMk/>
            <pc:sldMk cId="3389060124" sldId="299"/>
            <ac:spMk id="7" creationId="{C8C5A55A-1013-0A01-8C62-6B3517321DF6}"/>
          </ac:spMkLst>
        </pc:spChg>
        <pc:graphicFrameChg chg="add mod modGraphic">
          <ac:chgData name="Galidevara Bhagya Deepthi" userId="852aae87b42ca386" providerId="LiveId" clId="{1A3466CF-23B1-4662-978C-D168C71D81C4}" dt="2026-10-01T14:12:32.102" v="257" actId="14100"/>
          <ac:graphicFrameMkLst>
            <pc:docMk/>
            <pc:sldMk cId="3389060124" sldId="299"/>
            <ac:graphicFrameMk id="5" creationId="{57BC9B59-39D4-BDE6-8406-039C28C4F2F8}"/>
          </ac:graphicFrameMkLst>
        </pc:graphicFrameChg>
        <pc:graphicFrameChg chg="add mod modGraphic">
          <ac:chgData name="Galidevara Bhagya Deepthi" userId="852aae87b42ca386" providerId="LiveId" clId="{1A3466CF-23B1-4662-978C-D168C71D81C4}" dt="2026-10-01T14:12:25.933" v="255" actId="14100"/>
          <ac:graphicFrameMkLst>
            <pc:docMk/>
            <pc:sldMk cId="3389060124" sldId="299"/>
            <ac:graphicFrameMk id="8" creationId="{4A15C786-79CB-CDBE-A7AF-E154FE0DF0B2}"/>
          </ac:graphicFrameMkLst>
        </pc:graphicFrameChg>
        <pc:picChg chg="add">
          <ac:chgData name="Galidevara Bhagya Deepthi" userId="852aae87b42ca386" providerId="LiveId" clId="{1A3466CF-23B1-4662-978C-D168C71D81C4}" dt="2026-10-01T14:11:18.253" v="239" actId="22"/>
          <ac:picMkLst>
            <pc:docMk/>
            <pc:sldMk cId="3389060124" sldId="299"/>
            <ac:picMk id="10" creationId="{51A2822B-0653-9C4D-7A08-50DD93EA7EC0}"/>
          </ac:picMkLst>
        </pc:picChg>
      </pc:sldChg>
      <pc:sldChg chg="addSp delSp modSp new mod">
        <pc:chgData name="Galidevara Bhagya Deepthi" userId="852aae87b42ca386" providerId="LiveId" clId="{1A3466CF-23B1-4662-978C-D168C71D81C4}" dt="2026-10-01T14:14:54.423" v="283" actId="1076"/>
        <pc:sldMkLst>
          <pc:docMk/>
          <pc:sldMk cId="3639033683" sldId="300"/>
        </pc:sldMkLst>
        <pc:spChg chg="del">
          <ac:chgData name="Galidevara Bhagya Deepthi" userId="852aae87b42ca386" providerId="LiveId" clId="{1A3466CF-23B1-4662-978C-D168C71D81C4}" dt="2026-10-01T14:12:51.844" v="260" actId="21"/>
          <ac:spMkLst>
            <pc:docMk/>
            <pc:sldMk cId="3639033683" sldId="300"/>
            <ac:spMk id="2" creationId="{5FF09FC2-79A4-588C-F5EC-8FE092E28576}"/>
          </ac:spMkLst>
        </pc:spChg>
        <pc:spChg chg="del">
          <ac:chgData name="Galidevara Bhagya Deepthi" userId="852aae87b42ca386" providerId="LiveId" clId="{1A3466CF-23B1-4662-978C-D168C71D81C4}" dt="2026-10-01T14:13:11.052" v="261" actId="3680"/>
          <ac:spMkLst>
            <pc:docMk/>
            <pc:sldMk cId="3639033683" sldId="300"/>
            <ac:spMk id="3" creationId="{35D3D3DF-7CA1-D4E0-8AA9-36D4E75B661C}"/>
          </ac:spMkLst>
        </pc:spChg>
        <pc:spChg chg="add mod">
          <ac:chgData name="Galidevara Bhagya Deepthi" userId="852aae87b42ca386" providerId="LiveId" clId="{1A3466CF-23B1-4662-978C-D168C71D81C4}" dt="2026-10-01T14:14:54.423" v="283" actId="1076"/>
          <ac:spMkLst>
            <pc:docMk/>
            <pc:sldMk cId="3639033683" sldId="300"/>
            <ac:spMk id="6" creationId="{86D42D14-F3FA-5805-8F7F-BD4FE3DA243B}"/>
          </ac:spMkLst>
        </pc:spChg>
        <pc:spChg chg="add mod">
          <ac:chgData name="Galidevara Bhagya Deepthi" userId="852aae87b42ca386" providerId="LiveId" clId="{1A3466CF-23B1-4662-978C-D168C71D81C4}" dt="2026-10-01T14:14:36.551" v="280" actId="113"/>
          <ac:spMkLst>
            <pc:docMk/>
            <pc:sldMk cId="3639033683" sldId="300"/>
            <ac:spMk id="8" creationId="{110E385E-6371-60A8-C1FE-CCE587278E1E}"/>
          </ac:spMkLst>
        </pc:spChg>
        <pc:graphicFrameChg chg="add mod ord modGraphic">
          <ac:chgData name="Galidevara Bhagya Deepthi" userId="852aae87b42ca386" providerId="LiveId" clId="{1A3466CF-23B1-4662-978C-D168C71D81C4}" dt="2026-10-01T14:13:43.802" v="268" actId="14100"/>
          <ac:graphicFrameMkLst>
            <pc:docMk/>
            <pc:sldMk cId="3639033683" sldId="300"/>
            <ac:graphicFrameMk id="4" creationId="{D22A37AD-7720-5CFA-D84D-1CC22D595BE2}"/>
          </ac:graphicFrameMkLst>
        </pc:graphicFrameChg>
        <pc:picChg chg="add">
          <ac:chgData name="Galidevara Bhagya Deepthi" userId="852aae87b42ca386" providerId="LiveId" clId="{1A3466CF-23B1-4662-978C-D168C71D81C4}" dt="2026-10-01T14:14:47.597" v="281" actId="22"/>
          <ac:picMkLst>
            <pc:docMk/>
            <pc:sldMk cId="3639033683" sldId="300"/>
            <ac:picMk id="10" creationId="{975F2342-0BAB-B7E7-2D9E-04F37924DA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BBA62-57FE-4B5D-9183-448D9DB64E57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B47BC-3B91-401C-BF7C-5328E1B29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288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B47BC-3B91-401C-BF7C-5328E1B29DF1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423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16B4-3EDB-C680-2B33-B63B721B3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67AD6B-9920-22D8-2DB5-E23F06A52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EE333-546E-FB0F-3EA6-7129FA8B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4EFBD-8806-BD90-93BA-1F3364EE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ACBF6-8924-B680-2D45-AB0F0141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813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6680-76DC-BA3F-EC1F-6EEB4A570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5790-9D8E-B6F3-3302-4F6CFC6D7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B2084-71C9-5ADC-BB10-63544328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EB797-65FA-E0EC-D9D9-50A89E96F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44DFE-4737-F76A-2882-F25BAE5A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5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033A-1B82-0E9B-F109-95AEF0C9F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3A427-E057-40BE-9FC5-EE56BE8D0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54E1D-C608-474A-B532-0A78C8122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FB5F8-A318-CB14-0F14-1811B01C4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18799-5A39-A9D0-A5F7-3CD5690CB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5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5DD03-9C43-F5F9-B78D-BDF2FAD5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1A67-AC2B-F38E-E67F-46FA4D36C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06FED-9CE0-BD0B-3A9C-788494E42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B590C9-E893-119C-805E-1B28798E1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866FA6-E5C5-D03B-58AE-5BAD5256D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4EB301-9B29-12DA-F494-2FC934091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50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4301-02ED-C014-9FDF-721D3B67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0E994-40C4-9512-69F3-442C2E18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2D561-F9DF-DEB5-72D3-31526667A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F6F8E3-6D3C-0AAE-354F-100963229D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B18BC-61FE-E72B-B6AA-542EE615B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46438D-9F59-51F7-783B-BC45E8A2F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D645E-E8A9-CCA1-1933-97294D92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1D0F3C-9E07-3275-E8AB-BFFB532D1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670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3E8D-5B96-A819-8A9F-634DADE4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6DE98-6286-EE25-2686-08AAF62F0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31E462-B083-DE0E-3884-9DA41DC6B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E7B2C-5741-79CB-ADB7-E3409864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77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F7FFE-0117-2D98-2ABC-82E1BF3C4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D16D7-35A4-08BF-6ECF-8CE0ED8ED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7FF85-37BC-8279-E568-05A45BCB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727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2357-3BA8-D1AE-6634-52F79397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E7266-CA81-23D6-F943-4210AD79F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8A61FF-B75D-C46D-880D-F06014466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D2DB1F-884C-BD3D-6122-0EF35251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7E27E-F1B7-3CD6-FA6A-4EEE17E3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CE4C3-906F-EA65-110F-B169013B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285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7837-9165-7F04-4D29-35A6263F8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F1CCF-3EB3-8CF0-37BA-CF69ABFD1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AA521C-261B-5FFD-F036-076C110E1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10721-7990-6510-9DCE-76592A8A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11816-1CC7-5F57-AC14-4ADAB740F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6B9B0-E725-C204-08D7-3C44D0FE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050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DFA6-EB49-E151-AFB0-816B72083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9F88C-5872-98E1-7A33-23CF844B2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8AB98-1787-66DC-B41C-414D38CD9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172C3-8E70-C654-0086-798F63F0D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22A0B-C582-0B52-62ED-BD527425D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71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6F1DB0-1F09-CEB7-81D6-50953FD624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401F03-4EA9-B128-C9AD-D2499F354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872FD-84F7-F5FE-970B-BAA8560F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38910-56B7-F308-3A6C-D34F59FA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23794-1FED-50EA-12D8-B9F16B94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09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43508-2E9F-9FD5-4851-55D6CAA7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28FB-6BCB-F150-7F0A-EB74C9134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0B006-3E28-BD7B-AB0B-D9791C553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B48D3-3FF9-49BB-A10B-0C63F13C1A1D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84DA4-853F-AF90-3000-998BADED5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1C292-BB8C-1916-8DFC-FF8B76B12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ED7FC-3CB6-4C6D-9AEF-465617BA3B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818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42935-7665-1AD4-96DF-38768F79B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07267"/>
            <a:ext cx="9144000" cy="1669998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  <a:t>University Academic Management</a:t>
            </a:r>
            <a:b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b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sz="4800" b="1" dirty="0">
                <a:solidFill>
                  <a:schemeClr val="accent1">
                    <a:lumMod val="50000"/>
                  </a:schemeClr>
                </a:solidFill>
              </a:rPr>
              <a:t>Review-1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A0DA3-ACAE-CD39-4A5F-B273AECE6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3463" y="4513006"/>
            <a:ext cx="4685071" cy="1906945"/>
          </a:xfrm>
        </p:spPr>
        <p:txBody>
          <a:bodyPr>
            <a:normAutofit/>
          </a:bodyPr>
          <a:lstStyle/>
          <a:p>
            <a:r>
              <a:rPr lang="en-I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Batch – 13</a:t>
            </a:r>
          </a:p>
          <a:p>
            <a:r>
              <a:rPr lang="en-I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S. Keerthi - 26B21CS076</a:t>
            </a:r>
          </a:p>
          <a:p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T. Lakshmi Anvitha - 26B21CS079</a:t>
            </a:r>
          </a:p>
          <a:p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G. Bhagya Deepthi - 25B11CS268 </a:t>
            </a:r>
          </a:p>
          <a:p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P. Roshitha – 25B11CS749</a:t>
            </a:r>
            <a:endParaRPr lang="en-IN" sz="18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E7AC3-CE23-E4CD-AC12-D8750CE72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065" y="438049"/>
            <a:ext cx="6883869" cy="11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689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73CC-06E6-6433-D7EE-3D1E7411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528" y="374957"/>
            <a:ext cx="3578942" cy="132556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Introduction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585F2-9546-36EF-1EB2-AC13AA01D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919" y="1700520"/>
            <a:ext cx="9998178" cy="4523298"/>
          </a:xfrm>
        </p:spPr>
        <p:txBody>
          <a:bodyPr>
            <a:normAutofit/>
          </a:bodyPr>
          <a:lstStyle/>
          <a:p>
            <a:r>
              <a:rPr lang="en-IN" sz="2000" dirty="0"/>
              <a:t>University Academic Management is a system used to manage and organize academic activities in a university. </a:t>
            </a:r>
          </a:p>
          <a:p>
            <a:r>
              <a:rPr lang="en-IN" sz="2000" dirty="0"/>
              <a:t>It helps in maintaining student, faculty, course, and examination details. </a:t>
            </a:r>
          </a:p>
          <a:p>
            <a:r>
              <a:rPr lang="en-IN" sz="2000" dirty="0"/>
              <a:t>The system manages student </a:t>
            </a:r>
            <a:r>
              <a:rPr lang="en-IN" sz="2000" dirty="0" err="1"/>
              <a:t>enrollment</a:t>
            </a:r>
            <a:r>
              <a:rPr lang="en-IN" sz="2000" dirty="0"/>
              <a:t>, attendance, marks, grades, and academic records. </a:t>
            </a:r>
          </a:p>
          <a:p>
            <a:r>
              <a:rPr lang="en-IN" sz="2000" dirty="0"/>
              <a:t>It helps faculty to update and manage student performance easily. </a:t>
            </a:r>
          </a:p>
          <a:p>
            <a:r>
              <a:rPr lang="en-IN" sz="2000" dirty="0"/>
              <a:t>Students can access their courses, schedules, marks, and academic information. </a:t>
            </a:r>
          </a:p>
          <a:p>
            <a:r>
              <a:rPr lang="en-IN" sz="2000" dirty="0"/>
              <a:t>It reduces manual paperwork and data errors. </a:t>
            </a:r>
          </a:p>
          <a:p>
            <a:r>
              <a:rPr lang="en-IN" sz="2000" dirty="0"/>
              <a:t>It provides quick and easy access to academic information. </a:t>
            </a:r>
          </a:p>
          <a:p>
            <a:r>
              <a:rPr lang="en-IN" sz="2000" dirty="0"/>
              <a:t>Overall, it makes university academic activities efficient, organized, and systematic.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CA1082-181D-A125-3964-7DCBCCE94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848466" cy="63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3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C88D2-8217-81E6-9EF3-2D60AA692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A6928-0853-F21B-AA30-4A0436544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990" y="471948"/>
            <a:ext cx="4776019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Problem statement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A0C94-24FF-A792-A99E-820AFE2ED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44200" cy="4486685"/>
          </a:xfrm>
        </p:spPr>
        <p:txBody>
          <a:bodyPr>
            <a:normAutofit fontScale="92500"/>
          </a:bodyPr>
          <a:lstStyle/>
          <a:p>
            <a:pPr lvl="0"/>
            <a:r>
              <a:rPr lang="en-IN" sz="2400" dirty="0"/>
              <a:t>Managing university academic information manually is time-consuming and difficult. </a:t>
            </a:r>
          </a:p>
          <a:p>
            <a:pPr lvl="0"/>
            <a:r>
              <a:rPr lang="en-IN" sz="2400" dirty="0"/>
              <a:t>Student records, faculty details, courses, attendance, and marks may be stored in different places. </a:t>
            </a:r>
          </a:p>
          <a:p>
            <a:pPr lvl="0"/>
            <a:r>
              <a:rPr lang="en-IN" sz="2400" dirty="0"/>
              <a:t>Manual record keeping can lead to data errors, duplication, and loss of information. </a:t>
            </a:r>
          </a:p>
          <a:p>
            <a:pPr lvl="0"/>
            <a:r>
              <a:rPr lang="en-IN" sz="2400" dirty="0"/>
              <a:t>It is difficult to quickly search and update student academic records. </a:t>
            </a:r>
          </a:p>
          <a:p>
            <a:pPr lvl="0"/>
            <a:r>
              <a:rPr lang="en-IN" sz="2400" dirty="0"/>
              <a:t>Faculty may face difficulty in managing attendance, marks, grades, and course details. </a:t>
            </a:r>
          </a:p>
          <a:p>
            <a:pPr lvl="0"/>
            <a:r>
              <a:rPr lang="en-IN" sz="2400" dirty="0"/>
              <a:t>Students may not have easy access to their academic information. </a:t>
            </a:r>
          </a:p>
          <a:p>
            <a:pPr lvl="0"/>
            <a:r>
              <a:rPr lang="en-IN" sz="2400" dirty="0"/>
              <a:t>Therefore, a University Academic Management System is needed to store, manage, and retrieve academic information in a simple, accurate, and organized way.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AF347F-E0EB-4ED2-44C3-8D726CCF1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35278" cy="73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29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D25D9-0036-BB82-1104-BBDDF4FE6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1BFB3-BCCA-BD7F-9F77-C61A5D79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1383" y="435230"/>
            <a:ext cx="2829231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Objectives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A4917-77D2-CE23-54E8-8C5830682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967" y="1760793"/>
            <a:ext cx="9308688" cy="4351338"/>
          </a:xfrm>
        </p:spPr>
        <p:txBody>
          <a:bodyPr>
            <a:normAutofit/>
          </a:bodyPr>
          <a:lstStyle/>
          <a:p>
            <a:pPr lvl="0"/>
            <a:r>
              <a:rPr lang="en-IN" sz="2200" dirty="0"/>
              <a:t>To manage student academic records efficiently. </a:t>
            </a:r>
          </a:p>
          <a:p>
            <a:pPr lvl="0"/>
            <a:r>
              <a:rPr lang="en-IN" sz="2200" dirty="0"/>
              <a:t>To maintain faculty, course, and department details. </a:t>
            </a:r>
          </a:p>
          <a:p>
            <a:pPr lvl="0"/>
            <a:r>
              <a:rPr lang="en-IN" sz="2200" dirty="0"/>
              <a:t>To manage student attendance, marks, and grades. </a:t>
            </a:r>
          </a:p>
          <a:p>
            <a:pPr lvl="0"/>
            <a:r>
              <a:rPr lang="en-IN" sz="2200" dirty="0"/>
              <a:t>To provide quick and easy access to academic information. </a:t>
            </a:r>
          </a:p>
          <a:p>
            <a:pPr lvl="0"/>
            <a:r>
              <a:rPr lang="en-IN" sz="2200" dirty="0"/>
              <a:t>To reduce manual work, paperwork, and data errors. </a:t>
            </a:r>
          </a:p>
          <a:p>
            <a:pPr lvl="0"/>
            <a:r>
              <a:rPr lang="en-IN" sz="2200" dirty="0"/>
              <a:t>To ensure accurate and organized storage of university data. </a:t>
            </a:r>
          </a:p>
          <a:p>
            <a:pPr lvl="0"/>
            <a:r>
              <a:rPr lang="en-IN" sz="2200" dirty="0"/>
              <a:t>To make academic management simple, efficient, and user-friendly. </a:t>
            </a:r>
          </a:p>
          <a:p>
            <a:pPr lvl="0"/>
            <a:r>
              <a:rPr lang="en-IN" sz="2200" dirty="0"/>
              <a:t>To improve the overall management and tracking of student performance.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32E900-EF96-0E6A-8331-C42891C20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275937" cy="94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1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FBCA-F5A8-6B7F-9BCB-1974640E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6EE3B-17BD-AB57-00D1-0C8944BC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245" y="281115"/>
            <a:ext cx="668102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Functional Requirements 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6127C-20E8-44F6-A54C-3F57F2684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96716" cy="4351338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Student Management:</a:t>
            </a:r>
            <a:r>
              <a:rPr lang="en-IN" sz="2000" dirty="0"/>
              <a:t> Add, update, delete, and view student details. </a:t>
            </a:r>
          </a:p>
          <a:p>
            <a:pPr lvl="0"/>
            <a:r>
              <a:rPr lang="en-IN" sz="2000" b="1" dirty="0"/>
              <a:t>Faculty Management:</a:t>
            </a:r>
            <a:r>
              <a:rPr lang="en-IN" sz="2000" dirty="0"/>
              <a:t> Maintain faculty information and assigned subjects. </a:t>
            </a:r>
          </a:p>
          <a:p>
            <a:pPr lvl="0"/>
            <a:r>
              <a:rPr lang="en-IN" sz="2000" b="1" dirty="0"/>
              <a:t>Course Management:</a:t>
            </a:r>
            <a:r>
              <a:rPr lang="en-IN" sz="2000" dirty="0"/>
              <a:t> Manage courses, subjects, and course details. </a:t>
            </a:r>
          </a:p>
          <a:p>
            <a:pPr lvl="0"/>
            <a:r>
              <a:rPr lang="en-IN" sz="2000" b="1" dirty="0" err="1"/>
              <a:t>Enrollment</a:t>
            </a:r>
            <a:r>
              <a:rPr lang="en-IN" sz="2000" b="1" dirty="0"/>
              <a:t> Management:</a:t>
            </a:r>
            <a:r>
              <a:rPr lang="en-IN" sz="2000" dirty="0"/>
              <a:t> Record student </a:t>
            </a:r>
            <a:r>
              <a:rPr lang="en-IN" sz="2000" dirty="0" err="1"/>
              <a:t>enrollment</a:t>
            </a:r>
            <a:r>
              <a:rPr lang="en-IN" sz="2000" dirty="0"/>
              <a:t> in courses. </a:t>
            </a:r>
          </a:p>
          <a:p>
            <a:pPr lvl="0"/>
            <a:r>
              <a:rPr lang="en-IN" sz="2000" b="1" dirty="0"/>
              <a:t>Attendance Management:</a:t>
            </a:r>
            <a:r>
              <a:rPr lang="en-IN" sz="2000" dirty="0"/>
              <a:t> Store and update student attendance records. </a:t>
            </a:r>
          </a:p>
          <a:p>
            <a:pPr lvl="0"/>
            <a:r>
              <a:rPr lang="en-IN" sz="2000" b="1" dirty="0"/>
              <a:t>Marks &amp; Grades:</a:t>
            </a:r>
            <a:r>
              <a:rPr lang="en-IN" sz="2000" dirty="0"/>
              <a:t> Enter, update, and view marks and grades. </a:t>
            </a:r>
          </a:p>
          <a:p>
            <a:pPr lvl="0"/>
            <a:r>
              <a:rPr lang="en-IN" sz="2000" b="1" dirty="0"/>
              <a:t>Examination Management:</a:t>
            </a:r>
            <a:r>
              <a:rPr lang="en-IN" sz="2000" dirty="0"/>
              <a:t> Manage exam details and student results. </a:t>
            </a:r>
          </a:p>
          <a:p>
            <a:pPr lvl="0"/>
            <a:r>
              <a:rPr lang="en-IN" sz="2000" b="1" dirty="0"/>
              <a:t>Data Retrieval:</a:t>
            </a:r>
            <a:r>
              <a:rPr lang="en-IN" sz="2000" dirty="0"/>
              <a:t> Search and retrieve academic information quickly. </a:t>
            </a:r>
          </a:p>
          <a:p>
            <a:pPr lvl="0"/>
            <a:r>
              <a:rPr lang="en-IN" sz="2000" b="1" dirty="0"/>
              <a:t>Report Generation:</a:t>
            </a:r>
            <a:r>
              <a:rPr lang="en-IN" sz="2000" dirty="0"/>
              <a:t> Generate student, attendance, marks, and result reports. </a:t>
            </a:r>
          </a:p>
          <a:p>
            <a:pPr lvl="0"/>
            <a:r>
              <a:rPr lang="en-IN" sz="2000" b="1" dirty="0"/>
              <a:t>User Authentication:</a:t>
            </a:r>
            <a:r>
              <a:rPr lang="en-IN" sz="2000" dirty="0"/>
              <a:t> Provide secure login access for students, faculty, and administrators.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A285FA-CDE0-A177-933B-11E0F2EA1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05782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914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FF82-DF68-12EB-A1A5-F2E2A3A42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E675-C228-A5CE-2493-A1AAB8DA8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5936" y="471948"/>
            <a:ext cx="7565923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Non - Functional Requirements 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76B19-E83C-8D24-3534-F496946A9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967" y="2034714"/>
            <a:ext cx="10596716" cy="4351338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Security:</a:t>
            </a:r>
            <a:r>
              <a:rPr lang="en-IN" sz="2000" dirty="0"/>
              <a:t> Protect student and university data from unauthorized access. </a:t>
            </a:r>
          </a:p>
          <a:p>
            <a:pPr lvl="0"/>
            <a:r>
              <a:rPr lang="en-IN" sz="2000" b="1" dirty="0"/>
              <a:t>Performance:</a:t>
            </a:r>
            <a:r>
              <a:rPr lang="en-IN" sz="2000" dirty="0"/>
              <a:t> Provide quick response when storing or retrieving data. </a:t>
            </a:r>
          </a:p>
          <a:p>
            <a:pPr lvl="0"/>
            <a:r>
              <a:rPr lang="en-IN" sz="2000" b="1" dirty="0"/>
              <a:t>Reliability:</a:t>
            </a:r>
            <a:r>
              <a:rPr lang="en-IN" sz="2000" dirty="0"/>
              <a:t> Maintain accurate and consistent academic records. </a:t>
            </a:r>
          </a:p>
          <a:p>
            <a:pPr lvl="0"/>
            <a:r>
              <a:rPr lang="en-IN" sz="2000" b="1" dirty="0"/>
              <a:t>Availability:</a:t>
            </a:r>
            <a:r>
              <a:rPr lang="en-IN" sz="2000" dirty="0"/>
              <a:t> The system should be available whenever users need it. </a:t>
            </a:r>
          </a:p>
          <a:p>
            <a:pPr lvl="0"/>
            <a:r>
              <a:rPr lang="en-IN" sz="2000" b="1" dirty="0"/>
              <a:t>Scalability:</a:t>
            </a:r>
            <a:r>
              <a:rPr lang="en-IN" sz="2000" dirty="0"/>
              <a:t> Support increasing numbers of students, faculty, and records. </a:t>
            </a:r>
          </a:p>
          <a:p>
            <a:pPr lvl="0"/>
            <a:r>
              <a:rPr lang="en-IN" sz="2000" b="1" dirty="0"/>
              <a:t>Usability:</a:t>
            </a:r>
            <a:r>
              <a:rPr lang="en-IN" sz="2000" dirty="0"/>
              <a:t> Provide a simple and user-friendly interface. </a:t>
            </a:r>
          </a:p>
          <a:p>
            <a:pPr lvl="0"/>
            <a:r>
              <a:rPr lang="en-IN" sz="2000" b="1" dirty="0"/>
              <a:t>Maintainability:</a:t>
            </a:r>
            <a:r>
              <a:rPr lang="en-IN" sz="2000" dirty="0"/>
              <a:t> Make the system easy to update and maintain. </a:t>
            </a:r>
          </a:p>
          <a:p>
            <a:pPr lvl="0"/>
            <a:r>
              <a:rPr lang="en-IN" sz="2000" b="1" dirty="0"/>
              <a:t>Data Integrity:</a:t>
            </a:r>
            <a:r>
              <a:rPr lang="en-IN" sz="2000" dirty="0"/>
              <a:t> Ensure academic data remains correct and consistent.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D3EF1F-C3E1-F54F-12CE-EBD3D7967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976285" cy="71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8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881AE-051A-7B09-C71A-3F731387D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12CB-DA70-A3FE-DC87-888873FC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245" y="349941"/>
            <a:ext cx="6007510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End Users of the System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E490-F9A0-62A7-2D82-4685964AE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71" y="1894451"/>
            <a:ext cx="10213258" cy="4351338"/>
          </a:xfrm>
        </p:spPr>
        <p:txBody>
          <a:bodyPr>
            <a:normAutofit/>
          </a:bodyPr>
          <a:lstStyle/>
          <a:p>
            <a:pPr lvl="0"/>
            <a:r>
              <a:rPr lang="en-IN" sz="2000" b="1" dirty="0"/>
              <a:t>Students:</a:t>
            </a:r>
            <a:r>
              <a:rPr lang="en-IN" sz="2000" dirty="0"/>
              <a:t> Access their personal details, enrolled courses, class schedules, attendance, marks, grades, and examination results. </a:t>
            </a:r>
          </a:p>
          <a:p>
            <a:pPr lvl="0"/>
            <a:r>
              <a:rPr lang="en-IN" sz="2000" b="1" dirty="0"/>
              <a:t>Faculty:</a:t>
            </a:r>
            <a:r>
              <a:rPr lang="en-IN" sz="2000" dirty="0"/>
              <a:t> Manage assigned subjects, update attendance, enter marks, and monitor student academic performance. </a:t>
            </a:r>
          </a:p>
          <a:p>
            <a:pPr lvl="0"/>
            <a:r>
              <a:rPr lang="en-IN" sz="2000" b="1" dirty="0"/>
              <a:t>Administrators:</a:t>
            </a:r>
            <a:r>
              <a:rPr lang="en-IN" sz="2000" dirty="0"/>
              <a:t> Manage student and faculty records, courses, departments, examinations, and overall system data. </a:t>
            </a:r>
          </a:p>
          <a:p>
            <a:pPr lvl="0"/>
            <a:r>
              <a:rPr lang="en-IN" sz="2000" b="1" dirty="0"/>
              <a:t>Department Staff:</a:t>
            </a:r>
            <a:r>
              <a:rPr lang="en-IN" sz="2000" dirty="0"/>
              <a:t> Maintain department details, course information, faculty assignments, and student academic records. </a:t>
            </a:r>
          </a:p>
          <a:p>
            <a:pPr lvl="0"/>
            <a:r>
              <a:rPr lang="en-IN" sz="2000" b="1" dirty="0"/>
              <a:t>University Management:</a:t>
            </a:r>
            <a:r>
              <a:rPr lang="en-IN" sz="2000" dirty="0"/>
              <a:t> View academic reports, student performance, examination results, and overall academic information for decision-making.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B1B35-1731-3551-A108-71F55A798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927124" cy="76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6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D54C-C316-6E31-1E52-0B6AD5DE7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F070C-12C2-EDD7-2CD4-FDD12F72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4" y="540774"/>
            <a:ext cx="5842820" cy="403123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/>
                </a:solidFill>
              </a:rPr>
              <a:t>Attributes and 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0090D-0D09-209F-1DBD-F54A4275E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71" y="1894451"/>
            <a:ext cx="1021325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50C5CC-BF03-DAE2-4998-B480C0F08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56620" cy="72758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3A9C1D-7A0E-24AC-519B-DFE2B722B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340907"/>
              </p:ext>
            </p:extLst>
          </p:nvPr>
        </p:nvGraphicFramePr>
        <p:xfrm>
          <a:off x="8821303" y="1985526"/>
          <a:ext cx="3038053" cy="3566158"/>
        </p:xfrm>
        <a:graphic>
          <a:graphicData uri="http://schemas.openxmlformats.org/drawingml/2006/table">
            <a:tbl>
              <a:tblPr/>
              <a:tblGrid>
                <a:gridCol w="3038053">
                  <a:extLst>
                    <a:ext uri="{9D8B030D-6E8A-4147-A177-3AD203B41FA5}">
                      <a16:colId xmlns:a16="http://schemas.microsoft.com/office/drawing/2014/main" val="2715195355"/>
                    </a:ext>
                  </a:extLst>
                </a:gridCol>
              </a:tblGrid>
              <a:tr h="3566158">
                <a:tc>
                  <a:txBody>
                    <a:bodyPr/>
                    <a:lstStyle/>
                    <a:p>
                      <a:r>
                        <a:rPr lang="en-IN" sz="1800" b="1" dirty="0"/>
                        <a:t>3. Course</a:t>
                      </a:r>
                    </a:p>
                    <a:p>
                      <a:endParaRPr lang="en-IN" sz="16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Course_ID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Course_Name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Course_Code</a:t>
                      </a:r>
                      <a:endParaRPr lang="en-IN" sz="16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Credits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Semester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Dept_ID</a:t>
                      </a:r>
                      <a:endParaRPr lang="en-IN" sz="16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Faculty_ID</a:t>
                      </a:r>
                      <a:endParaRPr lang="en-IN" sz="1600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969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234C85-8144-CD37-D8CC-E11487C05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937582"/>
              </p:ext>
            </p:extLst>
          </p:nvPr>
        </p:nvGraphicFramePr>
        <p:xfrm>
          <a:off x="916321" y="1990444"/>
          <a:ext cx="3282130" cy="3566160"/>
        </p:xfrm>
        <a:graphic>
          <a:graphicData uri="http://schemas.openxmlformats.org/drawingml/2006/table">
            <a:tbl>
              <a:tblPr/>
              <a:tblGrid>
                <a:gridCol w="3282130">
                  <a:extLst>
                    <a:ext uri="{9D8B030D-6E8A-4147-A177-3AD203B41FA5}">
                      <a16:colId xmlns:a16="http://schemas.microsoft.com/office/drawing/2014/main" val="2769479221"/>
                    </a:ext>
                  </a:extLst>
                </a:gridCol>
              </a:tblGrid>
              <a:tr h="1781431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IN" sz="1800" b="1" dirty="0"/>
                        <a:t>Student</a:t>
                      </a:r>
                    </a:p>
                    <a:p>
                      <a:pPr marL="0" indent="0">
                        <a:buNone/>
                      </a:pP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Student_ID                   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Roll_No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Student_Name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Date_of_Birth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Gender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Age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Email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Phone_No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Dept_ID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Admission_Date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Address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61921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F83811-E6B3-5A72-10DC-59E6CCD0C5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13835"/>
              </p:ext>
            </p:extLst>
          </p:nvPr>
        </p:nvGraphicFramePr>
        <p:xfrm>
          <a:off x="4955497" y="1985526"/>
          <a:ext cx="3038053" cy="3566159"/>
        </p:xfrm>
        <a:graphic>
          <a:graphicData uri="http://schemas.openxmlformats.org/drawingml/2006/table">
            <a:tbl>
              <a:tblPr/>
              <a:tblGrid>
                <a:gridCol w="3038053">
                  <a:extLst>
                    <a:ext uri="{9D8B030D-6E8A-4147-A177-3AD203B41FA5}">
                      <a16:colId xmlns:a16="http://schemas.microsoft.com/office/drawing/2014/main" val="1690812954"/>
                    </a:ext>
                  </a:extLst>
                </a:gridCol>
              </a:tblGrid>
              <a:tr h="3566159">
                <a:tc>
                  <a:txBody>
                    <a:bodyPr/>
                    <a:lstStyle/>
                    <a:p>
                      <a:r>
                        <a:rPr lang="en-IN" sz="1800" b="1" dirty="0"/>
                        <a:t>2. Faculty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Faculty_ID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Faculty_Name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Qualification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Email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Phone_No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Designation </a:t>
                      </a:r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Dept_ID</a:t>
                      </a:r>
                      <a:endParaRPr lang="en-IN" sz="16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Join_Date</a:t>
                      </a:r>
                      <a:endParaRPr lang="en-IN" sz="1600" dirty="0"/>
                    </a:p>
                    <a:p>
                      <a:pPr marL="342900" lvl="0" indent="-34290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Experience</a:t>
                      </a:r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9457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004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454D-16A5-FC60-BE05-229E0FA80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9328" y="0"/>
            <a:ext cx="5093343" cy="98322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Attributes and Entities</a:t>
            </a:r>
            <a:endParaRPr lang="en-IN" sz="4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1647B32-0B8C-B0EC-3D8C-DA398C823E2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0444575"/>
              </p:ext>
            </p:extLst>
          </p:nvPr>
        </p:nvGraphicFramePr>
        <p:xfrm>
          <a:off x="1960040" y="1040746"/>
          <a:ext cx="3045311" cy="2407920"/>
        </p:xfrm>
        <a:graphic>
          <a:graphicData uri="http://schemas.openxmlformats.org/drawingml/2006/table">
            <a:tbl>
              <a:tblPr/>
              <a:tblGrid>
                <a:gridCol w="3045311">
                  <a:extLst>
                    <a:ext uri="{9D8B030D-6E8A-4147-A177-3AD203B41FA5}">
                      <a16:colId xmlns:a16="http://schemas.microsoft.com/office/drawing/2014/main" val="999721467"/>
                    </a:ext>
                  </a:extLst>
                </a:gridCol>
              </a:tblGrid>
              <a:tr h="2407920">
                <a:tc>
                  <a:txBody>
                    <a:bodyPr/>
                    <a:lstStyle/>
                    <a:p>
                      <a:r>
                        <a:rPr lang="en-IN" sz="1800" b="1" dirty="0"/>
                        <a:t>4. Department</a:t>
                      </a:r>
                    </a:p>
                    <a:p>
                      <a:endParaRPr lang="en-IN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Dept_ID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Dept_Name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Dept_Code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HOD_Name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endParaRPr lang="en-IN" sz="1600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68580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69E169-9027-1292-3994-423CD1AD4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661085"/>
              </p:ext>
            </p:extLst>
          </p:nvPr>
        </p:nvGraphicFramePr>
        <p:xfrm>
          <a:off x="7186650" y="1040746"/>
          <a:ext cx="3045310" cy="2407920"/>
        </p:xfrm>
        <a:graphic>
          <a:graphicData uri="http://schemas.openxmlformats.org/drawingml/2006/table">
            <a:tbl>
              <a:tblPr/>
              <a:tblGrid>
                <a:gridCol w="3045310">
                  <a:extLst>
                    <a:ext uri="{9D8B030D-6E8A-4147-A177-3AD203B41FA5}">
                      <a16:colId xmlns:a16="http://schemas.microsoft.com/office/drawing/2014/main" val="1728764649"/>
                    </a:ext>
                  </a:extLst>
                </a:gridCol>
              </a:tblGrid>
              <a:tr h="2388254">
                <a:tc>
                  <a:txBody>
                    <a:bodyPr/>
                    <a:lstStyle/>
                    <a:p>
                      <a:r>
                        <a:rPr lang="en-IN" sz="1800" b="1" dirty="0"/>
                        <a:t>5. </a:t>
                      </a:r>
                      <a:r>
                        <a:rPr lang="en-IN" sz="1800" b="1" dirty="0" err="1"/>
                        <a:t>Enrollment</a:t>
                      </a:r>
                      <a:endParaRPr lang="en-IN" sz="1800" b="1" dirty="0"/>
                    </a:p>
                    <a:p>
                      <a:endParaRPr lang="en-IN" sz="20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Enrollment_ID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Student_ID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Course_ID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Enrollment_Date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Semester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Academic_Year</a:t>
                      </a:r>
                      <a:endParaRPr lang="en-IN" sz="1600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60872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01368C1-B5CB-55A7-6537-513D5A2B4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389137"/>
              </p:ext>
            </p:extLst>
          </p:nvPr>
        </p:nvGraphicFramePr>
        <p:xfrm>
          <a:off x="2037736" y="3940768"/>
          <a:ext cx="3045311" cy="2705837"/>
        </p:xfrm>
        <a:graphic>
          <a:graphicData uri="http://schemas.openxmlformats.org/drawingml/2006/table">
            <a:tbl>
              <a:tblPr/>
              <a:tblGrid>
                <a:gridCol w="3045311">
                  <a:extLst>
                    <a:ext uri="{9D8B030D-6E8A-4147-A177-3AD203B41FA5}">
                      <a16:colId xmlns:a16="http://schemas.microsoft.com/office/drawing/2014/main" val="1303776252"/>
                    </a:ext>
                  </a:extLst>
                </a:gridCol>
              </a:tblGrid>
              <a:tr h="2705837">
                <a:tc>
                  <a:txBody>
                    <a:bodyPr/>
                    <a:lstStyle/>
                    <a:p>
                      <a:r>
                        <a:rPr lang="en-IN" sz="1800" b="1" dirty="0"/>
                        <a:t>6. Exams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Exam_ID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Exam_Name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Exam_Date</a:t>
                      </a:r>
                      <a:r>
                        <a:rPr lang="en-IN" sz="1600" dirty="0"/>
                        <a:t>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Max_Marks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Passing_Marks</a:t>
                      </a:r>
                      <a:endParaRPr lang="en-IN" sz="1600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53875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18EBDE8-E971-5292-355F-C7DD0E07E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92128"/>
              </p:ext>
            </p:extLst>
          </p:nvPr>
        </p:nvGraphicFramePr>
        <p:xfrm>
          <a:off x="7186650" y="3940769"/>
          <a:ext cx="3045310" cy="2621280"/>
        </p:xfrm>
        <a:graphic>
          <a:graphicData uri="http://schemas.openxmlformats.org/drawingml/2006/table">
            <a:tbl>
              <a:tblPr/>
              <a:tblGrid>
                <a:gridCol w="3045310">
                  <a:extLst>
                    <a:ext uri="{9D8B030D-6E8A-4147-A177-3AD203B41FA5}">
                      <a16:colId xmlns:a16="http://schemas.microsoft.com/office/drawing/2014/main" val="1303776252"/>
                    </a:ext>
                  </a:extLst>
                </a:gridCol>
              </a:tblGrid>
              <a:tr h="2560320">
                <a:tc>
                  <a:txBody>
                    <a:bodyPr/>
                    <a:lstStyle/>
                    <a:p>
                      <a:r>
                        <a:rPr lang="en-IN" sz="1800" b="1" dirty="0"/>
                        <a:t>7.Result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Result_ID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Internal_Marks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External_Marks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Total_Marks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/>
                        <a:t>Grade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Result_Status</a:t>
                      </a:r>
                      <a:endParaRPr lang="en-IN" sz="1600" dirty="0"/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 err="1"/>
                        <a:t>Enrollment_ID</a:t>
                      </a:r>
                      <a:endParaRPr lang="en-IN" sz="1600" dirty="0"/>
                    </a:p>
                    <a:p>
                      <a:endParaRPr lang="en-IN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353875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898FC03-5FDF-551E-C662-F1B30ACF9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2037737" cy="54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8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D74C-A5BF-F78A-DE18-83A3DF99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E174-5E07-290C-EBA9-C1FAD465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227" y="-19665"/>
            <a:ext cx="2825546" cy="88357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ER diagram</a:t>
            </a:r>
            <a:endParaRPr lang="en-IN" sz="4000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9AA3C6-DDCA-7037-76E2-AD2F926E4B37}"/>
              </a:ext>
            </a:extLst>
          </p:cNvPr>
          <p:cNvSpPr/>
          <p:nvPr/>
        </p:nvSpPr>
        <p:spPr>
          <a:xfrm>
            <a:off x="10658168" y="1101212"/>
            <a:ext cx="1278192" cy="589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7A0E63-19F6-65C9-B8E8-5611ACA70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0646" cy="64892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536B357-C1C3-5692-6B8B-B03F2AF230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640" y="883572"/>
            <a:ext cx="11680720" cy="578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657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1312-1A61-24E1-6CDD-43CE3640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390" y="-285018"/>
            <a:ext cx="4471219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Relational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CDE11-DC49-9FA4-56F9-BC686E9C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818969" cy="678425"/>
          </a:xfrm>
          <a:prstGeom prst="rect">
            <a:avLst/>
          </a:prstGeom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9A421AAB-E0A7-7F8A-AADA-C492FDD4280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4129" y="835742"/>
          <a:ext cx="11513574" cy="5846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6723">
                  <a:extLst>
                    <a:ext uri="{9D8B030D-6E8A-4147-A177-3AD203B41FA5}">
                      <a16:colId xmlns:a16="http://schemas.microsoft.com/office/drawing/2014/main" val="2273212947"/>
                    </a:ext>
                  </a:extLst>
                </a:gridCol>
                <a:gridCol w="8976851">
                  <a:extLst>
                    <a:ext uri="{9D8B030D-6E8A-4147-A177-3AD203B41FA5}">
                      <a16:colId xmlns:a16="http://schemas.microsoft.com/office/drawing/2014/main" val="3728910127"/>
                    </a:ext>
                  </a:extLst>
                </a:gridCol>
              </a:tblGrid>
              <a:tr h="44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Relation /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316601"/>
                  </a:ext>
                </a:extLst>
              </a:tr>
              <a:tr h="446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DEPARTMENT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DEPT_ID (PK)</a:t>
                      </a:r>
                      <a:r>
                        <a:rPr lang="en-IN" dirty="0"/>
                        <a:t>, DEPT_NAME, DEPT_CODE, HOD_NAME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317387"/>
                  </a:ext>
                </a:extLst>
              </a:tr>
              <a:tr h="77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STUDENT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STUDENT_ID (PK)</a:t>
                      </a:r>
                      <a:r>
                        <a:rPr lang="en-IN"/>
                        <a:t>, ROLL_NO, STUDENT_NAME, GENDER, DOB, EMAIL, PHONE_NO, ADDRESS, ADMISSION_DATE, </a:t>
                      </a:r>
                      <a:r>
                        <a:rPr lang="en-IN" b="1"/>
                        <a:t>DEPT_ID (FK)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0162811"/>
                  </a:ext>
                </a:extLst>
              </a:tr>
              <a:tr h="77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FACULTY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FACULTY_ID (PK)</a:t>
                      </a:r>
                      <a:r>
                        <a:rPr lang="en-IN"/>
                        <a:t>, FACULTY_NAME, QUALIFICATION, DESIGNATION, EMAIL, PHONE_NO, JOIN_DATE, EXPERIENCE, </a:t>
                      </a:r>
                      <a:r>
                        <a:rPr lang="en-IN" b="1"/>
                        <a:t>DEPT_ID (FK)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0221113"/>
                  </a:ext>
                </a:extLst>
              </a:tr>
              <a:tr h="77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COURSE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COURSE_ID (PK)</a:t>
                      </a:r>
                      <a:r>
                        <a:rPr lang="en-IN"/>
                        <a:t>, COURSE_CODE, COURSE_NAME, CREDITS, SEMESTER, </a:t>
                      </a:r>
                      <a:r>
                        <a:rPr lang="en-IN" b="1"/>
                        <a:t>DEPT_ID (FK)</a:t>
                      </a:r>
                      <a:r>
                        <a:rPr lang="en-IN"/>
                        <a:t>, </a:t>
                      </a:r>
                      <a:r>
                        <a:rPr lang="en-IN" b="1"/>
                        <a:t>FACULTY_ID (FK)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3265391"/>
                  </a:ext>
                </a:extLst>
              </a:tr>
              <a:tr h="77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ENROLLMENT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ENROLLMENT_ID (PK)</a:t>
                      </a:r>
                      <a:r>
                        <a:rPr lang="en-IN"/>
                        <a:t>, </a:t>
                      </a:r>
                      <a:r>
                        <a:rPr lang="en-IN" b="1"/>
                        <a:t>STUDENT_ID (FK)</a:t>
                      </a:r>
                      <a:r>
                        <a:rPr lang="en-IN"/>
                        <a:t>, </a:t>
                      </a:r>
                      <a:r>
                        <a:rPr lang="en-IN" b="1"/>
                        <a:t>COURSE_ID (FK)</a:t>
                      </a:r>
                      <a:r>
                        <a:rPr lang="en-IN"/>
                        <a:t>, ENROLLMENT_DATE, ACADEMIC_YEAR, SEMESTER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9271009"/>
                  </a:ext>
                </a:extLst>
              </a:tr>
              <a:tr h="7705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EXAM_ID (PK)</a:t>
                      </a:r>
                      <a:r>
                        <a:rPr lang="en-IN"/>
                        <a:t>, EXAM_NAME, EXAM_DATE, MAX_MARKS, PASSING_MARKS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480529"/>
                  </a:ext>
                </a:extLst>
              </a:tr>
              <a:tr h="1100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RESULT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RESULT_ID (PK)</a:t>
                      </a:r>
                      <a:r>
                        <a:rPr lang="en-IN" dirty="0"/>
                        <a:t>, </a:t>
                      </a:r>
                      <a:r>
                        <a:rPr lang="en-IN" b="1" dirty="0"/>
                        <a:t>ENROLLMENT_ID (FK)</a:t>
                      </a:r>
                      <a:r>
                        <a:rPr lang="en-IN" dirty="0"/>
                        <a:t>, </a:t>
                      </a:r>
                      <a:r>
                        <a:rPr lang="en-IN" b="1" dirty="0"/>
                        <a:t>EXAM_ID (FK)</a:t>
                      </a:r>
                      <a:r>
                        <a:rPr lang="en-IN" dirty="0"/>
                        <a:t>, INTERNAL_MARKS, EXTERNAL_MARKS, TOTAL_MARKS, GRADE, RESULT_STATUS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469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158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1462D-A7AF-5644-9A65-28885FA1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369" y="315883"/>
            <a:ext cx="5421262" cy="315912"/>
          </a:xfrm>
        </p:spPr>
        <p:txBody>
          <a:bodyPr>
            <a:noAutofit/>
          </a:bodyPr>
          <a:lstStyle/>
          <a:p>
            <a:r>
              <a:rPr lang="en-IN" sz="3600" b="1" dirty="0">
                <a:solidFill>
                  <a:schemeClr val="accent1"/>
                </a:solidFill>
              </a:rPr>
              <a:t>Relationship &amp; Cardinality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15E1C13-B9B7-77F7-39DB-F1EA716029B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44129" y="1160205"/>
          <a:ext cx="11582400" cy="5496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561">
                  <a:extLst>
                    <a:ext uri="{9D8B030D-6E8A-4147-A177-3AD203B41FA5}">
                      <a16:colId xmlns:a16="http://schemas.microsoft.com/office/drawing/2014/main" val="2068202623"/>
                    </a:ext>
                  </a:extLst>
                </a:gridCol>
                <a:gridCol w="2890684">
                  <a:extLst>
                    <a:ext uri="{9D8B030D-6E8A-4147-A177-3AD203B41FA5}">
                      <a16:colId xmlns:a16="http://schemas.microsoft.com/office/drawing/2014/main" val="839469970"/>
                    </a:ext>
                  </a:extLst>
                </a:gridCol>
                <a:gridCol w="2517058">
                  <a:extLst>
                    <a:ext uri="{9D8B030D-6E8A-4147-A177-3AD203B41FA5}">
                      <a16:colId xmlns:a16="http://schemas.microsoft.com/office/drawing/2014/main" val="2889982576"/>
                    </a:ext>
                  </a:extLst>
                </a:gridCol>
                <a:gridCol w="2894617">
                  <a:extLst>
                    <a:ext uri="{9D8B030D-6E8A-4147-A177-3AD203B41FA5}">
                      <a16:colId xmlns:a16="http://schemas.microsoft.com/office/drawing/2014/main" val="695227395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982012926"/>
                    </a:ext>
                  </a:extLst>
                </a:gridCol>
              </a:tblGrid>
              <a:tr h="4934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Entity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Entity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237577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317874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886621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offers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6519965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FACULTY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teaches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5479842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enrolls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 : 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4441500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7441085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4709002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M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5117496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ENROLLMENT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 : 1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6798241"/>
                  </a:ext>
                </a:extLst>
              </a:tr>
              <a:tr h="500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1 : M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730485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91A63CA-0B2C-B39B-ADD5-6B69CC018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25446" cy="74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92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9EF02-0458-91E5-487B-2D8E3B4F5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9149" y="281115"/>
            <a:ext cx="2989006" cy="1325563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Conclusion 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407A8-BEF3-A20F-209A-476A29135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7023" y="1606678"/>
            <a:ext cx="10213258" cy="4751260"/>
          </a:xfrm>
        </p:spPr>
        <p:txBody>
          <a:bodyPr>
            <a:normAutofit/>
          </a:bodyPr>
          <a:lstStyle/>
          <a:p>
            <a:pPr lvl="0"/>
            <a:r>
              <a:rPr lang="en-IN" sz="2000" dirty="0"/>
              <a:t>The University Academic Management System provides an efficient way to manage academic data using DBMS. </a:t>
            </a:r>
          </a:p>
          <a:p>
            <a:pPr lvl="0"/>
            <a:r>
              <a:rPr lang="en-IN" sz="2000" dirty="0"/>
              <a:t>It helps organize student, faculty, course, examination, marks, and attendance information. </a:t>
            </a:r>
          </a:p>
          <a:p>
            <a:pPr lvl="0"/>
            <a:r>
              <a:rPr lang="en-IN" sz="2000" dirty="0"/>
              <a:t>The system reduces manual work, data duplication, and errors. </a:t>
            </a:r>
          </a:p>
          <a:p>
            <a:pPr lvl="0"/>
            <a:r>
              <a:rPr lang="en-IN" sz="2000" dirty="0"/>
              <a:t>It provides quick, secure, and accurate access to academic records. </a:t>
            </a:r>
          </a:p>
          <a:p>
            <a:pPr lvl="0"/>
            <a:r>
              <a:rPr lang="en-IN" sz="2000" dirty="0"/>
              <a:t>It also helps the university maintain accurate records and make better academic decisions.</a:t>
            </a:r>
          </a:p>
          <a:p>
            <a:pPr lvl="0"/>
            <a:r>
              <a:rPr lang="en-IN" sz="2000" dirty="0"/>
              <a:t>Overall, the system makes university academic management simple, organized, and efficient.</a:t>
            </a: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28EAF0-E673-7EF3-D905-838320B7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897627" cy="71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93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6615B-E25A-C0DD-AABC-DA1D54920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306" y="2567551"/>
            <a:ext cx="5985387" cy="1325563"/>
          </a:xfrm>
        </p:spPr>
        <p:txBody>
          <a:bodyPr>
            <a:normAutofit/>
          </a:bodyPr>
          <a:lstStyle/>
          <a:p>
            <a:r>
              <a:rPr lang="en-IN" sz="8000" dirty="0">
                <a:solidFill>
                  <a:schemeClr val="accent3">
                    <a:lumMod val="50000"/>
                  </a:schemeClr>
                </a:solidFill>
                <a:latin typeface="Arial Rounded MT Bold" panose="020F0704030504030204" pitchFamily="34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1A952-D643-F1D3-A268-15C2A8813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2275937" cy="94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38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9594D-AFD7-DD07-8ADD-2210B3E4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3BB5C-2F42-E721-0BC7-1ED3ED8ED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07267"/>
            <a:ext cx="9144000" cy="1669998"/>
          </a:xfrm>
        </p:spPr>
        <p:txBody>
          <a:bodyPr>
            <a:normAutofit fontScale="90000"/>
          </a:bodyPr>
          <a:lstStyle/>
          <a:p>
            <a: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  <a:t>University Academic Management</a:t>
            </a:r>
            <a:b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br>
              <a:rPr lang="en-IN" sz="4800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IN" sz="4800" b="1" dirty="0">
                <a:solidFill>
                  <a:schemeClr val="accent1">
                    <a:lumMod val="50000"/>
                  </a:schemeClr>
                </a:solidFill>
              </a:rPr>
              <a:t>Review-2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A90592-EA03-D53A-7BAC-451B33F37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3463" y="4513006"/>
            <a:ext cx="4685071" cy="1906945"/>
          </a:xfrm>
        </p:spPr>
        <p:txBody>
          <a:bodyPr>
            <a:normAutofit/>
          </a:bodyPr>
          <a:lstStyle/>
          <a:p>
            <a:r>
              <a:rPr lang="en-I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Batch – 13</a:t>
            </a:r>
          </a:p>
          <a:p>
            <a:r>
              <a:rPr lang="en-IN" sz="18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</a:t>
            </a:r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S. Keerthi - 26B21CS076</a:t>
            </a:r>
          </a:p>
          <a:p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 T. Lakshmi Anvitha - 26B21CS079</a:t>
            </a:r>
          </a:p>
          <a:p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      G. Bhagya Deepthi - 25B11CS268 </a:t>
            </a:r>
          </a:p>
          <a:p>
            <a:r>
              <a:rPr lang="en-IN" sz="1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     P. Roshitha – 25B11CS749</a:t>
            </a:r>
            <a:endParaRPr lang="en-IN" sz="18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3D644B-ADCC-29E0-6220-1063B9FF9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065" y="438049"/>
            <a:ext cx="6883869" cy="11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6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883FE-97C5-439D-92D6-B6D0FA765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5422" y="0"/>
            <a:ext cx="5061155" cy="883572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Complete ER diagram</a:t>
            </a:r>
            <a:endParaRPr lang="en-IN" sz="4000" b="1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E6DD9-9C13-80C2-E409-335C0445DAAF}"/>
              </a:ext>
            </a:extLst>
          </p:cNvPr>
          <p:cNvSpPr/>
          <p:nvPr/>
        </p:nvSpPr>
        <p:spPr>
          <a:xfrm>
            <a:off x="10658168" y="1101212"/>
            <a:ext cx="1278192" cy="589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DDEC29-6EBF-158A-4C33-E2B2E77BB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0646" cy="64892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D15534D-883C-32E8-1BC8-08CEC9A1D9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640" y="883572"/>
            <a:ext cx="11680720" cy="578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716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8A80-3ABE-F5C0-883C-C2B1F4020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5700" y="-234643"/>
            <a:ext cx="49530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SQL Table Creation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55C94-84F5-7A2D-2BB8-2A8313D0D6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904" y="1756799"/>
            <a:ext cx="5181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/>
              <a:t> </a:t>
            </a:r>
            <a:r>
              <a:rPr lang="en-US" sz="2000" b="1" dirty="0"/>
              <a:t>Department Table </a:t>
            </a:r>
            <a:r>
              <a:rPr lang="en-US" sz="2000" b="1" noProof="1"/>
              <a:t>Creation</a:t>
            </a:r>
            <a:r>
              <a:rPr lang="en-US" sz="2000" b="1" dirty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b="1" dirty="0"/>
          </a:p>
          <a:p>
            <a:pPr marL="0" indent="0">
              <a:buNone/>
            </a:pPr>
            <a:r>
              <a:rPr lang="en-US" sz="1600" dirty="0"/>
              <a:t>CREATE TABLE DEPARTMENT </a:t>
            </a:r>
          </a:p>
          <a:p>
            <a:pPr marL="0" indent="0">
              <a:buNone/>
            </a:pPr>
            <a:r>
              <a:rPr lang="en-US" sz="1600" dirty="0"/>
              <a:t>(    </a:t>
            </a:r>
          </a:p>
          <a:p>
            <a:pPr marL="0" indent="0">
              <a:buNone/>
            </a:pPr>
            <a:r>
              <a:rPr lang="en-US" sz="1600" dirty="0"/>
              <a:t>DEPT_ID      NUMBER(5) PRIMARY KEY, </a:t>
            </a:r>
          </a:p>
          <a:p>
            <a:pPr marL="0" indent="0">
              <a:buNone/>
            </a:pPr>
            <a:r>
              <a:rPr lang="en-US" sz="1600" dirty="0"/>
              <a:t> DEPT_NAME    VARCHAR2(50) NOT NULL,    </a:t>
            </a:r>
          </a:p>
          <a:p>
            <a:pPr marL="0" indent="0">
              <a:buNone/>
            </a:pPr>
            <a:r>
              <a:rPr lang="en-US" sz="1600" dirty="0"/>
              <a:t>DEPT_CODE    VARCHAR2(10) UNIQUE NOT NULL,    </a:t>
            </a:r>
          </a:p>
          <a:p>
            <a:pPr marL="0" indent="0">
              <a:buNone/>
            </a:pPr>
            <a:r>
              <a:rPr lang="en-US" sz="1600" dirty="0"/>
              <a:t>HOD_NAME     VARCHAR2(50) NOT NULL</a:t>
            </a:r>
          </a:p>
          <a:p>
            <a:pPr marL="0" indent="0">
              <a:buNone/>
            </a:pPr>
            <a:r>
              <a:rPr lang="en-US" sz="1600" dirty="0"/>
              <a:t>);</a:t>
            </a:r>
            <a:endParaRPr lang="en-IN" sz="1600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1F507C-FD69-ECD1-74DA-5660FFC29FB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6498" y="2507225"/>
            <a:ext cx="4844316" cy="37362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49A7E7-6BDA-7DE4-D531-9109BBA33578}"/>
              </a:ext>
            </a:extLst>
          </p:cNvPr>
          <p:cNvSpPr txBox="1"/>
          <p:nvPr/>
        </p:nvSpPr>
        <p:spPr>
          <a:xfrm>
            <a:off x="6506498" y="1633455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b="1" dirty="0"/>
              <a:t>Output: </a:t>
            </a:r>
          </a:p>
          <a:p>
            <a:pPr marL="0" indent="0">
              <a:buNone/>
            </a:pPr>
            <a:r>
              <a:rPr lang="en-IN" sz="1600" dirty="0"/>
              <a:t>After inserting 15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SQL&gt; </a:t>
            </a:r>
            <a:r>
              <a:rPr lang="en-IN" sz="1400" dirty="0"/>
              <a:t>SELECT *FROM DEPARTMENT;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121274-F634-B997-A67D-7F3A73D8C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897627" cy="658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549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3D17D-2131-8164-1FAB-2817DC67E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9581" y="174522"/>
            <a:ext cx="7863348" cy="6508956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2200" dirty="0"/>
              <a:t> </a:t>
            </a:r>
            <a:r>
              <a:rPr lang="en-US" sz="2200" b="1" dirty="0"/>
              <a:t>Student Table </a:t>
            </a:r>
            <a:r>
              <a:rPr lang="en-US" sz="2200" b="1" noProof="1"/>
              <a:t>Creation</a:t>
            </a:r>
            <a:r>
              <a:rPr lang="en-US" sz="2200" b="1" dirty="0"/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US" sz="2200" b="1" dirty="0"/>
          </a:p>
          <a:p>
            <a:pPr marL="0" indent="0" algn="just">
              <a:buNone/>
            </a:pPr>
            <a:r>
              <a:rPr lang="en-IN" sz="1600" dirty="0"/>
              <a:t>CREATE TABLE STUDENT</a:t>
            </a:r>
          </a:p>
          <a:p>
            <a:pPr marL="0" indent="0" algn="just">
              <a:buNone/>
            </a:pPr>
            <a:r>
              <a:rPr lang="en-IN" sz="1600" dirty="0"/>
              <a:t> (     </a:t>
            </a:r>
          </a:p>
          <a:p>
            <a:pPr marL="0" indent="0" algn="just">
              <a:buNone/>
            </a:pPr>
            <a:r>
              <a:rPr lang="en-IN" sz="1600" dirty="0"/>
              <a:t>STUDENT_ID  NUMBER(5) PRIMARY KEY,     </a:t>
            </a:r>
          </a:p>
          <a:p>
            <a:pPr marL="0" indent="0" algn="just">
              <a:buNone/>
            </a:pPr>
            <a:r>
              <a:rPr lang="en-IN" sz="1600" dirty="0"/>
              <a:t>ROLL_NO  VARCHAR2(20) UNIQUE NOT NULL,     </a:t>
            </a:r>
          </a:p>
          <a:p>
            <a:pPr marL="0" indent="0" algn="just">
              <a:buNone/>
            </a:pPr>
            <a:r>
              <a:rPr lang="en-IN" sz="1600" dirty="0"/>
              <a:t>STUDENT_NAME  VARCHAR2(50) NOT NULL,     </a:t>
            </a:r>
          </a:p>
          <a:p>
            <a:pPr marL="0" indent="0" algn="just">
              <a:buNone/>
            </a:pPr>
            <a:r>
              <a:rPr lang="en-IN" sz="1600" dirty="0"/>
              <a:t>GENDER  VARCHAR2(10) CHECK (GENDER IN ('Male', 'Female', 'Other')),     </a:t>
            </a:r>
          </a:p>
          <a:p>
            <a:pPr marL="0" indent="0" algn="just">
              <a:buNone/>
            </a:pPr>
            <a:r>
              <a:rPr lang="en-IN" sz="1600" dirty="0"/>
              <a:t>DOB  DATE NOT NULL,    </a:t>
            </a:r>
          </a:p>
          <a:p>
            <a:pPr marL="0" indent="0" algn="just">
              <a:buNone/>
            </a:pPr>
            <a:r>
              <a:rPr lang="en-IN" sz="1600" dirty="0"/>
              <a:t>AGE  NUMBER(3),    </a:t>
            </a:r>
          </a:p>
          <a:p>
            <a:pPr marL="0" indent="0" algn="just">
              <a:buNone/>
            </a:pPr>
            <a:r>
              <a:rPr lang="en-IN" sz="1600" dirty="0"/>
              <a:t>EMAIL  VARCHAR2(100) UNIQUE,    </a:t>
            </a:r>
          </a:p>
          <a:p>
            <a:pPr marL="0" indent="0" algn="just">
              <a:buNone/>
            </a:pPr>
            <a:r>
              <a:rPr lang="en-IN" sz="1600" dirty="0"/>
              <a:t>PHONE_NO   VARCHAR2(15) UNIQUE,     </a:t>
            </a:r>
          </a:p>
          <a:p>
            <a:pPr marL="0" indent="0" algn="just">
              <a:buNone/>
            </a:pPr>
            <a:r>
              <a:rPr lang="en-IN" sz="1600" dirty="0"/>
              <a:t>ADDRESS   VARCHAR2(100),     </a:t>
            </a:r>
          </a:p>
          <a:p>
            <a:pPr marL="0" indent="0" algn="just">
              <a:buNone/>
            </a:pPr>
            <a:r>
              <a:rPr lang="en-IN" sz="1600" dirty="0"/>
              <a:t>ADMISSION_DATE  DATE NOT NULL,     </a:t>
            </a:r>
          </a:p>
          <a:p>
            <a:pPr marL="0" indent="0" algn="just">
              <a:buNone/>
            </a:pPr>
            <a:r>
              <a:rPr lang="en-IN" sz="1600" dirty="0"/>
              <a:t>DEPT_ID  NUMBER(5) NOT NULL,      </a:t>
            </a:r>
          </a:p>
          <a:p>
            <a:pPr marL="0" indent="0" algn="just">
              <a:buNone/>
            </a:pPr>
            <a:endParaRPr lang="en-IN" sz="1600" dirty="0"/>
          </a:p>
          <a:p>
            <a:pPr marL="0" indent="0" algn="just">
              <a:buNone/>
            </a:pPr>
            <a:r>
              <a:rPr lang="en-IN" sz="1600" dirty="0"/>
              <a:t>CONSTRAINT FK_STUDENT_DEPT         </a:t>
            </a:r>
          </a:p>
          <a:p>
            <a:pPr marL="0" indent="0" algn="just">
              <a:buNone/>
            </a:pPr>
            <a:r>
              <a:rPr lang="en-IN" sz="1600" dirty="0"/>
              <a:t>FOREIGN KEY (DEPT_ID)         </a:t>
            </a:r>
          </a:p>
          <a:p>
            <a:pPr marL="0" indent="0" algn="just">
              <a:buNone/>
            </a:pPr>
            <a:r>
              <a:rPr lang="en-IN" sz="1600" dirty="0"/>
              <a:t>REFERENCES DEPARTMENT(DEPT_ID),    </a:t>
            </a:r>
          </a:p>
          <a:p>
            <a:pPr marL="0" indent="0" algn="just">
              <a:buNone/>
            </a:pPr>
            <a:endParaRPr lang="en-IN" sz="1600" dirty="0"/>
          </a:p>
          <a:p>
            <a:pPr marL="0" indent="0" algn="just">
              <a:buNone/>
            </a:pPr>
            <a:r>
              <a:rPr lang="en-IN" sz="1600" dirty="0"/>
              <a:t>CONSTRAINT CHK_STUDENT_AGE        </a:t>
            </a:r>
          </a:p>
          <a:p>
            <a:pPr marL="0" indent="0" algn="just">
              <a:buNone/>
            </a:pPr>
            <a:r>
              <a:rPr lang="en-IN" sz="1600" dirty="0"/>
              <a:t>     CHECK (AGE &gt;= 16 AND AGE &lt;= 60));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6A4700-319F-4E9E-6438-8D6F2550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524001" cy="82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19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9C55B4-66BC-ED52-E5CB-A3BEC7267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26" y="2053177"/>
            <a:ext cx="11636748" cy="43771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EDE6A6-9233-42BD-16AF-712529F2E130}"/>
              </a:ext>
            </a:extLst>
          </p:cNvPr>
          <p:cNvSpPr txBox="1"/>
          <p:nvPr/>
        </p:nvSpPr>
        <p:spPr>
          <a:xfrm>
            <a:off x="277626" y="900951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 </a:t>
            </a:r>
          </a:p>
          <a:p>
            <a:r>
              <a:rPr lang="en-IN" dirty="0"/>
              <a:t>After inserting 15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SQL&gt; </a:t>
            </a:r>
            <a:r>
              <a:rPr lang="en-IN" sz="1600" dirty="0"/>
              <a:t>SELECT *FROM STUDENT;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00C44E-7148-9215-1446-E83E08264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612491" cy="66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75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220898-66F8-3C15-0F28-3D40B56733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24484" y="1602658"/>
            <a:ext cx="5181600" cy="472931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0BDAC98-33C3-05CC-F476-347A38EF1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671" y="865239"/>
            <a:ext cx="5754329" cy="5992761"/>
          </a:xfrm>
        </p:spPr>
        <p:txBody>
          <a:bodyPr>
            <a:normAutofit fontScale="90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700" dirty="0"/>
              <a:t> </a:t>
            </a:r>
            <a:r>
              <a:rPr lang="en-US" sz="2700" b="1" dirty="0"/>
              <a:t>Course Table </a:t>
            </a:r>
            <a:r>
              <a:rPr lang="en-US" sz="2700" b="1" noProof="1"/>
              <a:t>Creation</a:t>
            </a:r>
            <a:r>
              <a:rPr lang="en-US" sz="2700" b="1" dirty="0"/>
              <a:t>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CREATE TABLE COURSE </a:t>
            </a:r>
          </a:p>
          <a:p>
            <a:pPr marL="0" indent="0">
              <a:buNone/>
            </a:pPr>
            <a:r>
              <a:rPr lang="en-US" sz="1800" dirty="0"/>
              <a:t>(    </a:t>
            </a:r>
          </a:p>
          <a:p>
            <a:pPr marL="0" indent="0">
              <a:buNone/>
            </a:pPr>
            <a:r>
              <a:rPr lang="en-US" sz="1800" dirty="0"/>
              <a:t>COURSE_ID  NUMBER(5) PRIMARY KEY,    </a:t>
            </a:r>
          </a:p>
          <a:p>
            <a:pPr marL="0" indent="0">
              <a:buNone/>
            </a:pPr>
            <a:r>
              <a:rPr lang="en-US" sz="1800" dirty="0"/>
              <a:t>COURSE_CODE  VARCHAR2(15) UNIQUE NOT NULL,    </a:t>
            </a:r>
          </a:p>
          <a:p>
            <a:pPr marL="0" indent="0">
              <a:buNone/>
            </a:pPr>
            <a:r>
              <a:rPr lang="en-US" sz="1800" dirty="0"/>
              <a:t>COURSE_NAME  VARCHAR2(100) NOT NULL, </a:t>
            </a:r>
          </a:p>
          <a:p>
            <a:pPr marL="0" indent="0">
              <a:buNone/>
            </a:pPr>
            <a:r>
              <a:rPr lang="en-US" sz="1800" dirty="0"/>
              <a:t>CREDITS   NUMBER(2) CHECK (CREDITS BETWEEN 1 AND 10),   </a:t>
            </a:r>
          </a:p>
          <a:p>
            <a:pPr marL="0" indent="0">
              <a:buNone/>
            </a:pPr>
            <a:r>
              <a:rPr lang="en-US" sz="1800" dirty="0"/>
              <a:t>SEMESTER  NUMBER(2) CHECK (SEMESTER BETWEEN 1 AND 8),   </a:t>
            </a:r>
          </a:p>
          <a:p>
            <a:pPr marL="0" indent="0">
              <a:buNone/>
            </a:pPr>
            <a:r>
              <a:rPr lang="en-US" sz="1800" dirty="0"/>
              <a:t>DEPT_ID  NUMBER(5) NOT NULL, </a:t>
            </a:r>
          </a:p>
          <a:p>
            <a:pPr marL="0" indent="0">
              <a:buNone/>
            </a:pPr>
            <a:r>
              <a:rPr lang="en-US" sz="1800" dirty="0"/>
              <a:t>FACULTY_ID  NUMBER(5) NOT NULL,</a:t>
            </a:r>
          </a:p>
          <a:p>
            <a:pPr marL="0" indent="0">
              <a:buNone/>
            </a:pPr>
            <a:r>
              <a:rPr lang="en-US" sz="1800" dirty="0"/>
              <a:t>    </a:t>
            </a:r>
          </a:p>
          <a:p>
            <a:pPr marL="0" indent="0">
              <a:buNone/>
            </a:pPr>
            <a:r>
              <a:rPr lang="en-US" sz="1800" dirty="0"/>
              <a:t>CONSTRAINT FK_COURSE_DEPT        </a:t>
            </a:r>
          </a:p>
          <a:p>
            <a:pPr marL="0" indent="0">
              <a:buNone/>
            </a:pPr>
            <a:r>
              <a:rPr lang="en-US" sz="1800" dirty="0"/>
              <a:t>FOREIGN KEY (DEPT_ID)        </a:t>
            </a:r>
          </a:p>
          <a:p>
            <a:pPr marL="0" indent="0">
              <a:buNone/>
            </a:pPr>
            <a:r>
              <a:rPr lang="en-US" sz="1800" dirty="0"/>
              <a:t>REFERENCES DEPARTMENT(DEPT_ID),</a:t>
            </a:r>
          </a:p>
          <a:p>
            <a:pPr marL="0" indent="0">
              <a:buNone/>
            </a:pPr>
            <a:r>
              <a:rPr lang="en-US" sz="1800" dirty="0"/>
              <a:t>    </a:t>
            </a:r>
          </a:p>
          <a:p>
            <a:pPr marL="0" indent="0">
              <a:buNone/>
            </a:pPr>
            <a:r>
              <a:rPr lang="en-US" sz="1800" dirty="0"/>
              <a:t>CONSTRAINT FK_COURSE_FACULTY       </a:t>
            </a:r>
          </a:p>
          <a:p>
            <a:pPr marL="0" indent="0">
              <a:buNone/>
            </a:pPr>
            <a:r>
              <a:rPr lang="en-US" sz="1800" dirty="0"/>
              <a:t>FOREIGN KEY (FACULTY_ID)       </a:t>
            </a:r>
          </a:p>
          <a:p>
            <a:pPr marL="0" indent="0">
              <a:buNone/>
            </a:pPr>
            <a:r>
              <a:rPr lang="en-US" sz="1800" dirty="0"/>
              <a:t>REFERENCES FACULTY(FACULTY_ID));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DAB57E-BD63-C4FD-4ACA-A2F28F5EDCD9}"/>
              </a:ext>
            </a:extLst>
          </p:cNvPr>
          <p:cNvSpPr txBox="1"/>
          <p:nvPr/>
        </p:nvSpPr>
        <p:spPr>
          <a:xfrm>
            <a:off x="6624484" y="371552"/>
            <a:ext cx="609600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 </a:t>
            </a:r>
          </a:p>
          <a:p>
            <a:r>
              <a:rPr lang="en-IN" dirty="0"/>
              <a:t>After inserting 15 records.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SQL&gt;</a:t>
            </a:r>
            <a:r>
              <a:rPr lang="en-IN" sz="1600" dirty="0"/>
              <a:t> SELECT *FROM COURSE;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D339FDB-17A0-4DE6-6B0D-308C60ABB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691149" cy="7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06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1E73E-A283-C2BF-D5A8-875888942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719" y="81935"/>
            <a:ext cx="4392561" cy="1198204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Keys &amp; Constraints</a:t>
            </a: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D3375-3B86-D98A-34B9-7D1344521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1917"/>
            <a:ext cx="10515600" cy="51108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Primary Keys (PK):  </a:t>
            </a:r>
            <a:r>
              <a:rPr lang="en-IN" sz="1800" dirty="0"/>
              <a:t>Uniquely identify each record.</a:t>
            </a:r>
          </a:p>
          <a:p>
            <a:pPr marL="0" indent="0">
              <a:buNone/>
            </a:pPr>
            <a:r>
              <a:rPr lang="en-IN" sz="1800" b="1" dirty="0"/>
              <a:t>Examples: </a:t>
            </a:r>
            <a:r>
              <a:rPr lang="en-IN" sz="1800" dirty="0"/>
              <a:t>STUDENT_ID, FACULTY_ID, COURSE_ID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Foreign Keys (FK):</a:t>
            </a:r>
            <a:r>
              <a:rPr lang="en-IN" sz="1800" dirty="0"/>
              <a:t> Connect related tables.</a:t>
            </a:r>
          </a:p>
          <a:p>
            <a:pPr marL="0" indent="0">
              <a:buNone/>
            </a:pPr>
            <a:r>
              <a:rPr lang="en-IN" sz="1800" b="1" dirty="0"/>
              <a:t>Examples: </a:t>
            </a:r>
            <a:r>
              <a:rPr lang="en-IN" sz="1800" dirty="0"/>
              <a:t>DEPT_ID, STUDENT_ID, COURSE_ID, FACULTY_ID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Constraints Used:</a:t>
            </a:r>
            <a:endParaRPr lang="en-IN" sz="1800" dirty="0"/>
          </a:p>
          <a:p>
            <a:r>
              <a:rPr lang="en-IN" sz="1800" dirty="0"/>
              <a:t>PRIMARY KEY – Unique and not NULL</a:t>
            </a:r>
          </a:p>
          <a:p>
            <a:r>
              <a:rPr lang="en-IN" sz="1800" dirty="0"/>
              <a:t>FOREIGN KEY – Maintains table relationships</a:t>
            </a:r>
          </a:p>
          <a:p>
            <a:r>
              <a:rPr lang="en-IN" sz="1800" dirty="0"/>
              <a:t>NOT NULL – Value is mandatory</a:t>
            </a:r>
          </a:p>
          <a:p>
            <a:r>
              <a:rPr lang="en-IN" sz="1800" dirty="0"/>
              <a:t>UNIQUE – Prevents duplicate values</a:t>
            </a:r>
          </a:p>
          <a:p>
            <a:r>
              <a:rPr lang="en-IN" sz="1800" dirty="0"/>
              <a:t>CHECK – Restricts invalid values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3853B3-8C92-3CFA-2D4E-97C9AF99D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691149" cy="7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089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019A-2855-4AE1-B7EA-9369254B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306" y="-269695"/>
            <a:ext cx="5985387" cy="1523539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Basic queries &amp; Outputs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43A88-2B55-6E17-5A2E-C2FFB1A07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2555"/>
            <a:ext cx="10515600" cy="5154408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1.</a:t>
            </a:r>
            <a:r>
              <a:rPr lang="en-IN" sz="2000" dirty="0"/>
              <a:t>Display student names and roll numbers.</a:t>
            </a:r>
          </a:p>
          <a:p>
            <a:pPr marL="0" indent="0">
              <a:buNone/>
            </a:pPr>
            <a:r>
              <a:rPr lang="en-IN" sz="1800" b="1" dirty="0"/>
              <a:t>SQL&gt;</a:t>
            </a:r>
            <a:r>
              <a:rPr lang="en-US" sz="1800" dirty="0"/>
              <a:t> SELECT ROLL_NO, STUDENT_NAME FROM STUDENT;</a:t>
            </a:r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165E26-B9E6-3362-F342-39BEFFEBA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09" y="2438400"/>
            <a:ext cx="4600617" cy="42327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C3E6BB-17EA-AEAC-DAA7-5783D9E2D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691149" cy="7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943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9094-0AF9-20EB-5653-AD846B283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698090"/>
            <a:ext cx="10832690" cy="5911492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2</a:t>
            </a:r>
            <a:r>
              <a:rPr lang="en-IN" sz="2000" dirty="0"/>
              <a:t>.Display students from the Computer Science department.</a:t>
            </a:r>
          </a:p>
          <a:p>
            <a:pPr marL="0" indent="0">
              <a:buNone/>
            </a:pPr>
            <a:r>
              <a:rPr lang="en-IN" sz="1600" b="1" dirty="0"/>
              <a:t>SQL&gt;</a:t>
            </a:r>
            <a:r>
              <a:rPr lang="en-US" sz="1600" dirty="0"/>
              <a:t>SELECT STUDENT_NAME, ROLL_NO, DEPT_ID</a:t>
            </a:r>
          </a:p>
          <a:p>
            <a:pPr marL="0" indent="0">
              <a:buNone/>
            </a:pPr>
            <a:r>
              <a:rPr lang="en-US" sz="1600" dirty="0"/>
              <a:t>FROM STUDENT</a:t>
            </a:r>
          </a:p>
          <a:p>
            <a:pPr marL="0" indent="0">
              <a:buNone/>
            </a:pPr>
            <a:r>
              <a:rPr lang="en-US" sz="1600" dirty="0"/>
              <a:t>WHERE DEPT_ID = 1;</a:t>
            </a:r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4B153-A11B-CF17-045B-7F71F010B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85" y="2491173"/>
            <a:ext cx="3246401" cy="9875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4AD03A-6255-11A8-E47F-ECEF2226599B}"/>
              </a:ext>
            </a:extLst>
          </p:cNvPr>
          <p:cNvSpPr txBox="1"/>
          <p:nvPr/>
        </p:nvSpPr>
        <p:spPr>
          <a:xfrm>
            <a:off x="412955" y="3814916"/>
            <a:ext cx="68629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3</a:t>
            </a:r>
            <a:r>
              <a:rPr lang="en-IN" sz="2000" dirty="0"/>
              <a:t>.Display different genders available in the student table.</a:t>
            </a:r>
          </a:p>
          <a:p>
            <a:r>
              <a:rPr lang="en-IN" sz="1600" b="1" dirty="0"/>
              <a:t>SQL&gt;</a:t>
            </a:r>
            <a:r>
              <a:rPr lang="en-US" sz="1600" dirty="0"/>
              <a:t>SELECT DISTINCT GENDERFROM STUDENT</a:t>
            </a:r>
            <a:r>
              <a:rPr lang="en-US" sz="2000" dirty="0"/>
              <a:t>;</a:t>
            </a:r>
          </a:p>
          <a:p>
            <a:r>
              <a:rPr lang="en-US" sz="2000" dirty="0"/>
              <a:t>Output:</a:t>
            </a:r>
          </a:p>
          <a:p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91443-DD75-92E5-5D42-881BED3D4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285" y="5125504"/>
            <a:ext cx="1397058" cy="9501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F2E996-24BC-7F5B-D223-501A22CE5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494504" cy="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9311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B139B-F861-2032-5297-8014CA80C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1" y="747252"/>
            <a:ext cx="10744200" cy="6243484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/>
              <a:t>4</a:t>
            </a:r>
            <a:r>
              <a:rPr lang="en-IN" sz="2000" dirty="0"/>
              <a:t>. Find the total number of students.</a:t>
            </a:r>
          </a:p>
          <a:p>
            <a:pPr marL="0" indent="0">
              <a:buNone/>
            </a:pPr>
            <a:r>
              <a:rPr lang="en-IN" sz="1600" b="1" dirty="0"/>
              <a:t>SQL&gt;</a:t>
            </a:r>
            <a:r>
              <a:rPr lang="en-US" sz="1600" dirty="0"/>
              <a:t>SELECT COUNT(*) AS TOTAL_STUDENTS FROM STUDENT;</a:t>
            </a:r>
          </a:p>
          <a:p>
            <a:pPr marL="0" indent="0">
              <a:buNone/>
            </a:pPr>
            <a:r>
              <a:rPr lang="en-US" sz="1800" dirty="0"/>
              <a:t>Output: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5</a:t>
            </a:r>
            <a:r>
              <a:rPr lang="en-US" sz="1800" dirty="0"/>
              <a:t>.</a:t>
            </a:r>
            <a:r>
              <a:rPr lang="en-IN" sz="1800" dirty="0"/>
              <a:t> </a:t>
            </a:r>
            <a:r>
              <a:rPr lang="en-IN" sz="2000" dirty="0"/>
              <a:t>Display students in alphabetical order.</a:t>
            </a:r>
          </a:p>
          <a:p>
            <a:pPr marL="0" indent="0">
              <a:buNone/>
            </a:pPr>
            <a:r>
              <a:rPr lang="en-IN" sz="1800" b="1" dirty="0"/>
              <a:t>SQL&gt;</a:t>
            </a:r>
            <a:r>
              <a:rPr lang="en-US" sz="1800" dirty="0"/>
              <a:t>SELECT STUDENT_NAME, ROLL_NO FROM STUDENT</a:t>
            </a:r>
          </a:p>
          <a:p>
            <a:pPr marL="0" indent="0">
              <a:buNone/>
            </a:pPr>
            <a:r>
              <a:rPr lang="en-US" sz="1800" dirty="0"/>
              <a:t>ORDER BY STUDENT_NAME;</a:t>
            </a:r>
          </a:p>
          <a:p>
            <a:pPr marL="0" indent="0">
              <a:buNone/>
            </a:pPr>
            <a:r>
              <a:rPr lang="en-US" sz="1800" dirty="0"/>
              <a:t>Output:</a:t>
            </a: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704BB-FDA3-CA6C-00D6-11AEEEDFB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468" y="1567017"/>
            <a:ext cx="1585097" cy="5211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ED6802-E041-751C-2D67-E37688479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468" y="3517491"/>
            <a:ext cx="4313903" cy="3165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51705F-9678-5963-DA74-A5FC23060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474840" cy="611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03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2D4ED-805C-43CF-52B7-4787C8277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7322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6. </a:t>
            </a:r>
            <a:r>
              <a:rPr lang="en-IN" sz="2000" dirty="0"/>
              <a:t>Display courses with 4 credits.</a:t>
            </a:r>
          </a:p>
          <a:p>
            <a:pPr marL="0" indent="0">
              <a:buNone/>
            </a:pPr>
            <a:r>
              <a:rPr lang="en-IN" sz="2000" b="1" dirty="0"/>
              <a:t>SQL&gt;</a:t>
            </a:r>
            <a:r>
              <a:rPr lang="en-US" sz="2000" dirty="0"/>
              <a:t>SELECT COURSE_NAME, CREDITS FROM COURSE</a:t>
            </a:r>
          </a:p>
          <a:p>
            <a:pPr marL="0" indent="0">
              <a:buNone/>
            </a:pPr>
            <a:r>
              <a:rPr lang="en-US" sz="2000" dirty="0"/>
              <a:t>WHERE CREDITS = 4;</a:t>
            </a:r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A4731-E8C7-5BD6-7EC8-108EA29BD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335" y="2428566"/>
            <a:ext cx="3535561" cy="39230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17C891-A245-8B70-9F28-D0BBB0219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504336" cy="62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65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170C6-4CAB-0BEE-DCE7-9642F035A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97"/>
            <a:ext cx="10515600" cy="61254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7</a:t>
            </a:r>
            <a:r>
              <a:rPr lang="en-IN" sz="2000" dirty="0"/>
              <a:t>. Display female students with name and roll no.</a:t>
            </a:r>
          </a:p>
          <a:p>
            <a:pPr marL="0" indent="0">
              <a:buNone/>
            </a:pPr>
            <a:r>
              <a:rPr lang="en-IN" sz="2000" b="1" dirty="0"/>
              <a:t>SQL&gt;</a:t>
            </a:r>
            <a:r>
              <a:rPr lang="en-US" sz="2000" dirty="0"/>
              <a:t>SELECT STUDENT_NAME, ROLL_NO FROM STUDENT</a:t>
            </a:r>
          </a:p>
          <a:p>
            <a:pPr marL="0" indent="0">
              <a:buNone/>
            </a:pPr>
            <a:r>
              <a:rPr lang="en-US" sz="2000" dirty="0"/>
              <a:t>WHERE GENDER = 'Female’;</a:t>
            </a:r>
          </a:p>
          <a:p>
            <a:pPr marL="0" indent="0">
              <a:buNone/>
            </a:pPr>
            <a:r>
              <a:rPr lang="en-US" sz="2000" dirty="0"/>
              <a:t>Output: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848CEF-1953-3376-9F55-133AD6859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26" y="2507226"/>
            <a:ext cx="2863504" cy="2998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6862F2-3C6C-42F7-6F1C-EA44ED3C3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602659" cy="66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895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3751-979E-D5CB-452E-3BD7CE18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6829" y="411315"/>
            <a:ext cx="6398342" cy="53944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</a:rPr>
              <a:t>8 Advanced queries &amp; Outputs</a:t>
            </a:r>
            <a:br>
              <a:rPr lang="en-IN" sz="4000" b="1" dirty="0">
                <a:solidFill>
                  <a:schemeClr val="accent1"/>
                </a:solidFill>
              </a:rPr>
            </a:br>
            <a:endParaRPr lang="en-IN" sz="40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80864-F2FC-6F35-3BFD-3C9C2ECE4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0758"/>
            <a:ext cx="10515600" cy="522620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IN" sz="2000" b="1" dirty="0"/>
              <a:t>Subquery:</a:t>
            </a:r>
          </a:p>
          <a:p>
            <a:pPr marL="0" indent="0">
              <a:buNone/>
            </a:pPr>
            <a:r>
              <a:rPr lang="en-IN" sz="1800" dirty="0"/>
              <a:t>           Students who scored above the average marks.</a:t>
            </a:r>
          </a:p>
          <a:p>
            <a:pPr marL="0" indent="0">
              <a:buNone/>
            </a:pPr>
            <a:r>
              <a:rPr lang="en-IN" sz="1800" b="1" dirty="0"/>
              <a:t>            SQL&gt; </a:t>
            </a:r>
            <a:r>
              <a:rPr lang="en-US" sz="1800" dirty="0"/>
              <a:t>SELECT RESULT_ID, TOTAL_MARKS</a:t>
            </a:r>
          </a:p>
          <a:p>
            <a:pPr marL="0" indent="0">
              <a:buNone/>
            </a:pPr>
            <a:r>
              <a:rPr lang="en-US" sz="1800" dirty="0"/>
              <a:t>                         FROM RESULT</a:t>
            </a:r>
          </a:p>
          <a:p>
            <a:pPr marL="0" indent="0">
              <a:buNone/>
            </a:pPr>
            <a:r>
              <a:rPr lang="en-US" sz="1800" dirty="0"/>
              <a:t>                         WHERE TOTAL_MARKS &gt; (SELECT AVG(TOTAL_MARKS)</a:t>
            </a:r>
          </a:p>
          <a:p>
            <a:pPr marL="0" indent="0">
              <a:buNone/>
            </a:pPr>
            <a:r>
              <a:rPr lang="en-US" sz="1800" dirty="0"/>
              <a:t>                                                                                FROM RESULT);</a:t>
            </a:r>
            <a:endParaRPr lang="en-IN" sz="1800" dirty="0"/>
          </a:p>
          <a:p>
            <a:pPr marL="0" indent="0">
              <a:buNone/>
            </a:pPr>
            <a:r>
              <a:rPr lang="en-IN" sz="2000" b="1" dirty="0"/>
              <a:t>Output: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452F8-62C3-5BDB-E124-CC10E2C87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24" y="3706098"/>
            <a:ext cx="3194229" cy="30103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42B305-B4C1-94E8-FCAD-12D6F08BD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494504" cy="61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27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141A-F546-A355-1C9E-A84FC717F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413" y="753909"/>
            <a:ext cx="10515600" cy="6187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2. GROUP BY + COUNT:</a:t>
            </a:r>
          </a:p>
          <a:p>
            <a:pPr marL="0" indent="0">
              <a:buNone/>
            </a:pPr>
            <a:r>
              <a:rPr lang="en-IN" sz="1800" dirty="0"/>
              <a:t>     The number of students in each department.</a:t>
            </a:r>
          </a:p>
          <a:p>
            <a:pPr marL="0" indent="0">
              <a:buNone/>
            </a:pPr>
            <a:r>
              <a:rPr lang="en-US" sz="1800" b="1" dirty="0"/>
              <a:t>     SQL&gt; </a:t>
            </a:r>
            <a:r>
              <a:rPr lang="en-US" sz="1800" dirty="0"/>
              <a:t>SELECT DEPT_ID, COUNT(*) AS TOTAL_STUDENTS</a:t>
            </a:r>
          </a:p>
          <a:p>
            <a:pPr marL="0" indent="0">
              <a:buNone/>
            </a:pPr>
            <a:r>
              <a:rPr lang="en-US" sz="1800" dirty="0"/>
              <a:t>     FROM STUDENT</a:t>
            </a:r>
          </a:p>
          <a:p>
            <a:pPr marL="0" indent="0">
              <a:buNone/>
            </a:pPr>
            <a:r>
              <a:rPr lang="en-US" sz="1800" dirty="0"/>
              <a:t>     GROUP BY DEPT_ID;</a:t>
            </a:r>
          </a:p>
          <a:p>
            <a:pPr marL="0" indent="0">
              <a:buNone/>
            </a:pPr>
            <a:r>
              <a:rPr lang="en-US" sz="1800" b="1" dirty="0"/>
              <a:t>Output: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F2D99-4F34-F16C-5BAC-86D2DD944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07" y="2876832"/>
            <a:ext cx="3006566" cy="38484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B9C5B5-7F44-17CF-6B0B-CCA463CB6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496608" cy="6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842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8B7ABA3-A262-CFE7-563B-EF41E5132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9" y="960384"/>
            <a:ext cx="10515600" cy="56862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3. GROUP BY + AVG:</a:t>
            </a:r>
          </a:p>
          <a:p>
            <a:pPr marL="0" indent="0">
              <a:buNone/>
            </a:pPr>
            <a:r>
              <a:rPr lang="en-IN" sz="1800" dirty="0"/>
              <a:t>     The average marks for each grade.</a:t>
            </a:r>
          </a:p>
          <a:p>
            <a:pPr marL="0" indent="0">
              <a:buNone/>
            </a:pPr>
            <a:r>
              <a:rPr lang="en-US" sz="1800" dirty="0"/>
              <a:t>     </a:t>
            </a:r>
            <a:r>
              <a:rPr lang="en-US" sz="1800" b="1" dirty="0"/>
              <a:t>SQL&gt; </a:t>
            </a:r>
            <a:r>
              <a:rPr lang="en-US" sz="1800" dirty="0"/>
              <a:t>SELECT GRADE, AVG(TOTAL_MARKS) AS AVG_MARKS</a:t>
            </a:r>
          </a:p>
          <a:p>
            <a:pPr marL="0" indent="0">
              <a:buNone/>
            </a:pPr>
            <a:r>
              <a:rPr lang="en-US" sz="1800" dirty="0"/>
              <a:t>     FROM RESULT</a:t>
            </a:r>
          </a:p>
          <a:p>
            <a:pPr marL="0" indent="0">
              <a:buNone/>
            </a:pPr>
            <a:r>
              <a:rPr lang="en-US" sz="1800" dirty="0"/>
              <a:t>     GROUP BY GRADE;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Output:</a:t>
            </a:r>
          </a:p>
          <a:p>
            <a:pPr marL="0" indent="0">
              <a:buNone/>
            </a:pPr>
            <a:endParaRPr lang="en-IN" sz="1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3055FF-8EFB-5EDC-11AC-50B440BBE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70" y="3684639"/>
            <a:ext cx="3741744" cy="16765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E3D426-0B5A-DC88-950C-88299107C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04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1293-35F7-49F6-E313-C3A79B454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94579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4. HAVING:</a:t>
            </a:r>
          </a:p>
          <a:p>
            <a:pPr marL="0" indent="0">
              <a:buNone/>
            </a:pPr>
            <a:r>
              <a:rPr lang="en-IN" sz="1800" dirty="0"/>
              <a:t>     Display grades whose average marks are greater than 75.</a:t>
            </a:r>
          </a:p>
          <a:p>
            <a:pPr marL="0" indent="0">
              <a:buNone/>
            </a:pPr>
            <a:r>
              <a:rPr lang="en-IN" sz="1800" dirty="0"/>
              <a:t>     </a:t>
            </a:r>
            <a:r>
              <a:rPr lang="en-IN" sz="1800" b="1" dirty="0"/>
              <a:t>SQL&gt; </a:t>
            </a:r>
            <a:r>
              <a:rPr lang="en-US" sz="1800" dirty="0"/>
              <a:t>SELECT GRADE, AVG(TOTAL_MARKS) AS AVG_MARKS</a:t>
            </a:r>
          </a:p>
          <a:p>
            <a:pPr marL="0" indent="0">
              <a:buNone/>
            </a:pPr>
            <a:r>
              <a:rPr lang="en-US" sz="1800" dirty="0"/>
              <a:t>     FROM RESULT</a:t>
            </a:r>
          </a:p>
          <a:p>
            <a:pPr marL="0" indent="0">
              <a:buNone/>
            </a:pPr>
            <a:r>
              <a:rPr lang="en-US" sz="1800" dirty="0"/>
              <a:t>     GROUP BY GRADE</a:t>
            </a:r>
          </a:p>
          <a:p>
            <a:pPr marL="0" indent="0">
              <a:buNone/>
            </a:pPr>
            <a:r>
              <a:rPr lang="en-US" sz="1800" dirty="0"/>
              <a:t>     HAVING AVG(TOTAL_MARKS) &gt; 75;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Output:</a:t>
            </a:r>
          </a:p>
          <a:p>
            <a:pPr marL="0" indent="0">
              <a:buNone/>
            </a:pPr>
            <a:endParaRPr lang="en-IN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8EF107-A34A-D8FA-91A6-25FC6A486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794" y="4208206"/>
            <a:ext cx="5780941" cy="11749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FA1E9F-D54C-B4A3-8F43-EF1870695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365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C1FA32-A6F5-8AF3-D75F-D7FBF913F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0" y="578668"/>
            <a:ext cx="10515600" cy="6276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5. JOIN – Student + Department:</a:t>
            </a:r>
          </a:p>
          <a:p>
            <a:pPr marL="0" indent="0">
              <a:buNone/>
            </a:pPr>
            <a:r>
              <a:rPr lang="en-IN" sz="1800" b="1" dirty="0"/>
              <a:t>     </a:t>
            </a:r>
            <a:r>
              <a:rPr lang="en-IN" sz="1800" dirty="0"/>
              <a:t>Display student names along with their department names.</a:t>
            </a:r>
          </a:p>
          <a:p>
            <a:pPr marL="0" indent="0">
              <a:buNone/>
            </a:pPr>
            <a:r>
              <a:rPr lang="en-IN" sz="1800" b="1" dirty="0"/>
              <a:t>     SQL&gt; </a:t>
            </a:r>
            <a:r>
              <a:rPr lang="en-US" sz="1800" dirty="0"/>
              <a:t>SELECT S.STUDENT_NAME, D.DEPT_NAME</a:t>
            </a:r>
          </a:p>
          <a:p>
            <a:pPr marL="0" indent="0">
              <a:buNone/>
            </a:pPr>
            <a:r>
              <a:rPr lang="en-US" sz="1800" dirty="0"/>
              <a:t>     FROM STUDENT S</a:t>
            </a:r>
          </a:p>
          <a:p>
            <a:pPr marL="0" indent="0">
              <a:buNone/>
            </a:pPr>
            <a:r>
              <a:rPr lang="en-US" sz="1800" dirty="0"/>
              <a:t>     JOIN DEPARTMENT D</a:t>
            </a:r>
          </a:p>
          <a:p>
            <a:pPr marL="0" indent="0">
              <a:buNone/>
            </a:pPr>
            <a:r>
              <a:rPr lang="en-US" sz="1800" dirty="0"/>
              <a:t>     ON S.DEPT_ID = D.DEPT_ID;</a:t>
            </a:r>
          </a:p>
          <a:p>
            <a:pPr marL="0" indent="0">
              <a:buNone/>
            </a:pPr>
            <a:r>
              <a:rPr lang="en-US" sz="1800" b="1" dirty="0"/>
              <a:t>Output:</a:t>
            </a:r>
          </a:p>
          <a:p>
            <a:pPr marL="0" indent="0">
              <a:buNone/>
            </a:pPr>
            <a:endParaRPr lang="en-IN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D0EBC7-7F36-0CB9-8795-9D3BB679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52" y="3038167"/>
            <a:ext cx="4050890" cy="3687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766FEA-D2CB-7EB1-0351-E0F6563E8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465007" cy="44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137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679E-6C00-8D1F-D3BC-B6D9169F3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860" y="663677"/>
            <a:ext cx="10515600" cy="61943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6. JOIN – Course + Faculty:</a:t>
            </a:r>
          </a:p>
          <a:p>
            <a:pPr marL="0" indent="0">
              <a:buNone/>
            </a:pPr>
            <a:r>
              <a:rPr lang="en-IN" sz="1800" dirty="0"/>
              <a:t>     The course name along with the faculty name who teaches the course.</a:t>
            </a:r>
          </a:p>
          <a:p>
            <a:pPr marL="0" indent="0">
              <a:buNone/>
            </a:pPr>
            <a:r>
              <a:rPr lang="en-IN" sz="1800" b="1" dirty="0"/>
              <a:t>     SQL&gt; </a:t>
            </a:r>
            <a:r>
              <a:rPr lang="en-IN" sz="1800" dirty="0"/>
              <a:t>SELECT C.COURSE_NAME, F.FACULTY_NAME</a:t>
            </a:r>
          </a:p>
          <a:p>
            <a:pPr marL="0" indent="0">
              <a:buNone/>
            </a:pPr>
            <a:r>
              <a:rPr lang="en-IN" sz="1800" dirty="0"/>
              <a:t>     FROM COURSE C</a:t>
            </a:r>
          </a:p>
          <a:p>
            <a:pPr marL="0" indent="0">
              <a:buNone/>
            </a:pPr>
            <a:r>
              <a:rPr lang="en-IN" sz="1800" dirty="0"/>
              <a:t>     JOIN FACULTY F</a:t>
            </a:r>
          </a:p>
          <a:p>
            <a:pPr marL="0" indent="0">
              <a:buNone/>
            </a:pPr>
            <a:r>
              <a:rPr lang="en-IN" sz="1800" dirty="0"/>
              <a:t>     ON C.FACULTY_ID = F.FACULTY_ID;</a:t>
            </a:r>
          </a:p>
          <a:p>
            <a:pPr marL="0" indent="0">
              <a:buNone/>
            </a:pPr>
            <a:r>
              <a:rPr lang="en-IN" sz="1800" b="1" dirty="0"/>
              <a:t>Output: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BBF9F3-4F97-64A1-07F1-1DBB7AAFB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356853" cy="5627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004230-8079-F252-0E0A-E03E2E9F2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906" y="3224979"/>
            <a:ext cx="3993520" cy="323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949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EBE86-DCB7-4AB4-6EA7-70713281E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7996"/>
            <a:ext cx="10515600" cy="5380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7. IN Operator:</a:t>
            </a:r>
          </a:p>
          <a:p>
            <a:pPr marL="0" indent="0">
              <a:buNone/>
            </a:pPr>
            <a:r>
              <a:rPr lang="en-IN" sz="1800" dirty="0"/>
              <a:t>     Display students belonging to departments 1, 2 and 3.</a:t>
            </a:r>
          </a:p>
          <a:p>
            <a:pPr marL="0" indent="0">
              <a:buNone/>
            </a:pPr>
            <a:r>
              <a:rPr lang="en-IN" sz="1800" dirty="0"/>
              <a:t>     </a:t>
            </a:r>
            <a:r>
              <a:rPr lang="en-IN" sz="1800" b="1" dirty="0"/>
              <a:t>SQL&gt; </a:t>
            </a:r>
            <a:r>
              <a:rPr lang="en-IN" sz="1800" dirty="0"/>
              <a:t>SELECT STUDENT_NAME, DEPT_ID</a:t>
            </a:r>
          </a:p>
          <a:p>
            <a:pPr marL="0" indent="0">
              <a:buNone/>
            </a:pPr>
            <a:r>
              <a:rPr lang="en-IN" sz="1800" dirty="0"/>
              <a:t>     FROM STUDENT</a:t>
            </a:r>
          </a:p>
          <a:p>
            <a:pPr marL="0" indent="0">
              <a:buNone/>
            </a:pPr>
            <a:r>
              <a:rPr lang="en-IN" sz="1800" dirty="0"/>
              <a:t>     WHERE DEPT_ID IN (1, 2, 3);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Output: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B163E-B5F0-CBB4-A055-6263E9A66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24" y="3746090"/>
            <a:ext cx="3655209" cy="1563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9470B8-7446-4ECE-8758-414EAE960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0729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16B2868-0CE7-BB56-52E5-B3334A37F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2" y="1563328"/>
            <a:ext cx="10515600" cy="48178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1" dirty="0"/>
              <a:t>8. EXISTS:                                                                                                                                                    Output:</a:t>
            </a:r>
          </a:p>
          <a:p>
            <a:pPr marL="0" indent="0">
              <a:buNone/>
            </a:pPr>
            <a:r>
              <a:rPr lang="en-IN" sz="1600" dirty="0"/>
              <a:t>     Display students who have an </a:t>
            </a:r>
            <a:r>
              <a:rPr lang="en-IN" sz="1600" dirty="0" err="1"/>
              <a:t>enrollment</a:t>
            </a:r>
            <a:r>
              <a:rPr lang="en-IN" sz="1600" dirty="0"/>
              <a:t> record.</a:t>
            </a:r>
          </a:p>
          <a:p>
            <a:pPr marL="0" indent="0">
              <a:buNone/>
            </a:pPr>
            <a:r>
              <a:rPr lang="en-IN" sz="1600" b="1" dirty="0"/>
              <a:t>     SQL&gt; </a:t>
            </a:r>
            <a:r>
              <a:rPr lang="en-IN" sz="1600" dirty="0"/>
              <a:t>SELECT STUDENT_NAME</a:t>
            </a:r>
          </a:p>
          <a:p>
            <a:pPr marL="0" indent="0">
              <a:buNone/>
            </a:pPr>
            <a:r>
              <a:rPr lang="en-IN" sz="1600" dirty="0"/>
              <a:t>     FROM STUDENT S</a:t>
            </a:r>
          </a:p>
          <a:p>
            <a:pPr marL="0" indent="0">
              <a:buNone/>
            </a:pPr>
            <a:r>
              <a:rPr lang="en-IN" sz="1600" dirty="0"/>
              <a:t>     WHERE EXISTS (</a:t>
            </a:r>
          </a:p>
          <a:p>
            <a:pPr marL="0" indent="0">
              <a:buNone/>
            </a:pPr>
            <a:r>
              <a:rPr lang="en-IN" sz="1600" dirty="0"/>
              <a:t>     SELECT 1</a:t>
            </a:r>
          </a:p>
          <a:p>
            <a:pPr marL="0" indent="0">
              <a:buNone/>
            </a:pPr>
            <a:r>
              <a:rPr lang="en-IN" sz="1600" dirty="0"/>
              <a:t>     FROM ENROLLMENT E</a:t>
            </a:r>
          </a:p>
          <a:p>
            <a:pPr marL="0" indent="0">
              <a:buNone/>
            </a:pPr>
            <a:r>
              <a:rPr lang="en-IN" sz="1600" dirty="0"/>
              <a:t>     WHERE E.STUDENT_ID = S.STUDENT_ID );</a:t>
            </a:r>
          </a:p>
          <a:p>
            <a:pPr marL="0" indent="0">
              <a:buNone/>
            </a:pPr>
            <a:endParaRPr lang="en-IN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278266-3B7C-6F6E-15C9-F44841ABC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677" y="2051414"/>
            <a:ext cx="2751193" cy="34939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B1E5CC-39DA-83CB-B99F-90557E3DF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627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924DB-4763-5D34-40B7-4FAD0331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2635" y="-361448"/>
            <a:ext cx="5906729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Normalization up to 3NF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6A7D18-BBC5-796D-E8AB-E5F0992F5D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009443"/>
              </p:ext>
            </p:extLst>
          </p:nvPr>
        </p:nvGraphicFramePr>
        <p:xfrm>
          <a:off x="848162" y="1646909"/>
          <a:ext cx="10882626" cy="2375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771">
                  <a:extLst>
                    <a:ext uri="{9D8B030D-6E8A-4147-A177-3AD203B41FA5}">
                      <a16:colId xmlns:a16="http://schemas.microsoft.com/office/drawing/2014/main" val="1881064843"/>
                    </a:ext>
                  </a:extLst>
                </a:gridCol>
                <a:gridCol w="1813771">
                  <a:extLst>
                    <a:ext uri="{9D8B030D-6E8A-4147-A177-3AD203B41FA5}">
                      <a16:colId xmlns:a16="http://schemas.microsoft.com/office/drawing/2014/main" val="3868964412"/>
                    </a:ext>
                  </a:extLst>
                </a:gridCol>
                <a:gridCol w="1813771">
                  <a:extLst>
                    <a:ext uri="{9D8B030D-6E8A-4147-A177-3AD203B41FA5}">
                      <a16:colId xmlns:a16="http://schemas.microsoft.com/office/drawing/2014/main" val="1083515311"/>
                    </a:ext>
                  </a:extLst>
                </a:gridCol>
                <a:gridCol w="1813771">
                  <a:extLst>
                    <a:ext uri="{9D8B030D-6E8A-4147-A177-3AD203B41FA5}">
                      <a16:colId xmlns:a16="http://schemas.microsoft.com/office/drawing/2014/main" val="4273548390"/>
                    </a:ext>
                  </a:extLst>
                </a:gridCol>
                <a:gridCol w="1813771">
                  <a:extLst>
                    <a:ext uri="{9D8B030D-6E8A-4147-A177-3AD203B41FA5}">
                      <a16:colId xmlns:a16="http://schemas.microsoft.com/office/drawing/2014/main" val="2956706877"/>
                    </a:ext>
                  </a:extLst>
                </a:gridCol>
                <a:gridCol w="1813771">
                  <a:extLst>
                    <a:ext uri="{9D8B030D-6E8A-4147-A177-3AD203B41FA5}">
                      <a16:colId xmlns:a16="http://schemas.microsoft.com/office/drawing/2014/main" val="2841717727"/>
                    </a:ext>
                  </a:extLst>
                </a:gridCol>
              </a:tblGrid>
              <a:tr h="45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Student_ID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Course_Name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87572"/>
                  </a:ext>
                </a:extLst>
              </a:tr>
              <a:tr h="45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Aarav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Computer 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 in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3714227"/>
                  </a:ext>
                </a:extLst>
              </a:tr>
              <a:tr h="45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Ananya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9756576"/>
                  </a:ext>
                </a:extLst>
              </a:tr>
              <a:tr h="454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Digital Electronics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4640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3EF2586-5F13-2197-8273-24EF53C4FA63}"/>
              </a:ext>
            </a:extLst>
          </p:cNvPr>
          <p:cNvSpPr txBox="1"/>
          <p:nvPr/>
        </p:nvSpPr>
        <p:spPr>
          <a:xfrm>
            <a:off x="732502" y="668225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1NF </a:t>
            </a:r>
            <a:r>
              <a:rPr lang="en-IN" sz="2000" dirty="0"/>
              <a:t>– </a:t>
            </a:r>
            <a:r>
              <a:rPr lang="en-IN" sz="2000" b="1" dirty="0"/>
              <a:t>First Normal Form: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Table: </a:t>
            </a:r>
            <a:r>
              <a:rPr lang="en-IN" dirty="0"/>
              <a:t>STUDENT_COURSE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D11576-B148-F434-C5F8-C0905B37563E}"/>
              </a:ext>
            </a:extLst>
          </p:cNvPr>
          <p:cNvSpPr txBox="1"/>
          <p:nvPr/>
        </p:nvSpPr>
        <p:spPr>
          <a:xfrm>
            <a:off x="848162" y="4174793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1NF: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All attributes contain </a:t>
            </a:r>
            <a:r>
              <a:rPr lang="en-IN" b="1" dirty="0"/>
              <a:t>atomic values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 repeating groups are present.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Each record is uniquely identifiable.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>
              <a:latin typeface="+mn-lt"/>
            </a:endParaRPr>
          </a:p>
          <a:p>
            <a:r>
              <a:rPr lang="en-IN" b="1" dirty="0"/>
              <a:t>Result:</a:t>
            </a:r>
          </a:p>
          <a:p>
            <a:r>
              <a:rPr lang="en-IN" dirty="0"/>
              <a:t>The values are atomic and there are no repeating groups, so the table satisfies 1NF.</a:t>
            </a:r>
          </a:p>
          <a:p>
            <a:pPr lvl="0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08317EB-EC40-F41B-8AA4-04E475C43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8689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4145141-33C2-3A3A-D58B-5DC1B3F7B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FADCA9-FD06-536C-A7F4-09127E5E918C}"/>
              </a:ext>
            </a:extLst>
          </p:cNvPr>
          <p:cNvSpPr txBox="1"/>
          <p:nvPr/>
        </p:nvSpPr>
        <p:spPr>
          <a:xfrm>
            <a:off x="592555" y="663329"/>
            <a:ext cx="743250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2NF – Second Normal Form</a:t>
            </a:r>
          </a:p>
          <a:p>
            <a:pPr>
              <a:buNone/>
            </a:pPr>
            <a:r>
              <a:rPr lang="en-IN" b="1" dirty="0"/>
              <a:t>Rule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The table must already be in 1NF.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Partial dependency must be removed.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Non-key attributes must depend on the complete primary key.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</a:p>
          <a:p>
            <a:pPr>
              <a:buNone/>
            </a:pPr>
            <a:r>
              <a:rPr lang="en-IN" dirty="0"/>
              <a:t>In the 1NF table, the primary key is:</a:t>
            </a:r>
          </a:p>
          <a:p>
            <a:pPr>
              <a:buNone/>
            </a:pPr>
            <a:r>
              <a:rPr lang="en-IN" b="1" dirty="0"/>
              <a:t>(Student_ID, </a:t>
            </a:r>
            <a:r>
              <a:rPr lang="en-IN" b="1" dirty="0" err="1"/>
              <a:t>Course_ID</a:t>
            </a:r>
            <a:r>
              <a:rPr lang="en-IN" b="1" dirty="0"/>
              <a:t>)</a:t>
            </a:r>
            <a:endParaRPr lang="en-IN" dirty="0"/>
          </a:p>
          <a:p>
            <a:pPr>
              <a:buNone/>
            </a:pPr>
            <a:r>
              <a:rPr lang="en-IN" dirty="0"/>
              <a:t>But: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Student_Name</a:t>
            </a:r>
            <a:r>
              <a:rPr lang="en-IN" dirty="0"/>
              <a:t> depends only on </a:t>
            </a:r>
            <a:r>
              <a:rPr lang="en-IN" dirty="0">
                <a:latin typeface="+mn-lt"/>
              </a:rPr>
              <a:t>Student_ID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+mn-lt"/>
              </a:rPr>
              <a:t>Course_Name</a:t>
            </a:r>
            <a:r>
              <a:rPr lang="en-IN" dirty="0"/>
              <a:t> depends only on </a:t>
            </a:r>
            <a:r>
              <a:rPr lang="en-IN" dirty="0" err="1">
                <a:latin typeface="+mn-lt"/>
              </a:rPr>
              <a:t>Course_ID</a:t>
            </a:r>
            <a:r>
              <a:rPr lang="en-IN" dirty="0"/>
              <a:t>. </a:t>
            </a:r>
          </a:p>
          <a:p>
            <a:pPr>
              <a:buNone/>
            </a:pPr>
            <a:r>
              <a:rPr lang="en-IN" dirty="0"/>
              <a:t>Therefore, we decompose the table.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C7F037-B7CB-9EA8-3036-E17DD2ACD8F9}"/>
              </a:ext>
            </a:extLst>
          </p:cNvPr>
          <p:cNvSpPr txBox="1"/>
          <p:nvPr/>
        </p:nvSpPr>
        <p:spPr>
          <a:xfrm>
            <a:off x="592555" y="41698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 1: </a:t>
            </a:r>
            <a:r>
              <a:rPr lang="en-IN" dirty="0"/>
              <a:t>STUDENT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DB3B893-30A9-392F-CB5C-D96982E99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217653"/>
              </p:ext>
            </p:extLst>
          </p:nvPr>
        </p:nvGraphicFramePr>
        <p:xfrm>
          <a:off x="592555" y="4719482"/>
          <a:ext cx="8824453" cy="18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110">
                  <a:extLst>
                    <a:ext uri="{9D8B030D-6E8A-4147-A177-3AD203B41FA5}">
                      <a16:colId xmlns:a16="http://schemas.microsoft.com/office/drawing/2014/main" val="1494337334"/>
                    </a:ext>
                  </a:extLst>
                </a:gridCol>
                <a:gridCol w="2074607">
                  <a:extLst>
                    <a:ext uri="{9D8B030D-6E8A-4147-A177-3AD203B41FA5}">
                      <a16:colId xmlns:a16="http://schemas.microsoft.com/office/drawing/2014/main" val="1634370347"/>
                    </a:ext>
                  </a:extLst>
                </a:gridCol>
                <a:gridCol w="1189703">
                  <a:extLst>
                    <a:ext uri="{9D8B030D-6E8A-4147-A177-3AD203B41FA5}">
                      <a16:colId xmlns:a16="http://schemas.microsoft.com/office/drawing/2014/main" val="2059386042"/>
                    </a:ext>
                  </a:extLst>
                </a:gridCol>
                <a:gridCol w="3515033">
                  <a:extLst>
                    <a:ext uri="{9D8B030D-6E8A-4147-A177-3AD203B41FA5}">
                      <a16:colId xmlns:a16="http://schemas.microsoft.com/office/drawing/2014/main" val="430508412"/>
                    </a:ext>
                  </a:extLst>
                </a:gridCol>
              </a:tblGrid>
              <a:tr h="4515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Student_ID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Dept_Name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996952"/>
                  </a:ext>
                </a:extLst>
              </a:tr>
              <a:tr h="4515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Aarav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Computer Science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2710738"/>
                  </a:ext>
                </a:extLst>
              </a:tr>
              <a:tr h="4515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Ananya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3759520"/>
                  </a:ext>
                </a:extLst>
              </a:tr>
              <a:tr h="45156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Electronics and Communication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748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39326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98E9F0-A281-4247-4FB0-532CDC877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7691330"/>
              </p:ext>
            </p:extLst>
          </p:nvPr>
        </p:nvGraphicFramePr>
        <p:xfrm>
          <a:off x="755895" y="1226314"/>
          <a:ext cx="60185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68">
                  <a:extLst>
                    <a:ext uri="{9D8B030D-6E8A-4147-A177-3AD203B41FA5}">
                      <a16:colId xmlns:a16="http://schemas.microsoft.com/office/drawing/2014/main" val="3771966959"/>
                    </a:ext>
                  </a:extLst>
                </a:gridCol>
                <a:gridCol w="2753032">
                  <a:extLst>
                    <a:ext uri="{9D8B030D-6E8A-4147-A177-3AD203B41FA5}">
                      <a16:colId xmlns:a16="http://schemas.microsoft.com/office/drawing/2014/main" val="2631529854"/>
                    </a:ext>
                  </a:extLst>
                </a:gridCol>
                <a:gridCol w="1065530">
                  <a:extLst>
                    <a:ext uri="{9D8B030D-6E8A-4147-A177-3AD203B41FA5}">
                      <a16:colId xmlns:a16="http://schemas.microsoft.com/office/drawing/2014/main" val="4066153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 err="1"/>
                        <a:t>Course_ID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Course_Name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064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Programming in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418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571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Digital 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20314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575EE69-F1EF-E23E-8CB6-EF570427DB68}"/>
              </a:ext>
            </a:extLst>
          </p:cNvPr>
          <p:cNvSpPr txBox="1"/>
          <p:nvPr/>
        </p:nvSpPr>
        <p:spPr>
          <a:xfrm>
            <a:off x="678425" y="7523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 2: </a:t>
            </a:r>
            <a:r>
              <a:rPr lang="en-IN" dirty="0"/>
              <a:t>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40927-DA66-06A4-E9C1-A59E7B309643}"/>
              </a:ext>
            </a:extLst>
          </p:cNvPr>
          <p:cNvSpPr txBox="1"/>
          <p:nvPr/>
        </p:nvSpPr>
        <p:spPr>
          <a:xfrm>
            <a:off x="678425" y="3107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 3: </a:t>
            </a:r>
            <a:r>
              <a:rPr lang="en-IN" dirty="0"/>
              <a:t>ENROLLMENT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5923A74-9457-1480-76FB-4A75575B14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832731"/>
              </p:ext>
            </p:extLst>
          </p:nvPr>
        </p:nvGraphicFramePr>
        <p:xfrm>
          <a:off x="755895" y="3566040"/>
          <a:ext cx="601853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446">
                  <a:extLst>
                    <a:ext uri="{9D8B030D-6E8A-4147-A177-3AD203B41FA5}">
                      <a16:colId xmlns:a16="http://schemas.microsoft.com/office/drawing/2014/main" val="390526559"/>
                    </a:ext>
                  </a:extLst>
                </a:gridCol>
                <a:gridCol w="1798908">
                  <a:extLst>
                    <a:ext uri="{9D8B030D-6E8A-4147-A177-3AD203B41FA5}">
                      <a16:colId xmlns:a16="http://schemas.microsoft.com/office/drawing/2014/main" val="2089686638"/>
                    </a:ext>
                  </a:extLst>
                </a:gridCol>
                <a:gridCol w="2006177">
                  <a:extLst>
                    <a:ext uri="{9D8B030D-6E8A-4147-A177-3AD203B41FA5}">
                      <a16:colId xmlns:a16="http://schemas.microsoft.com/office/drawing/2014/main" val="678954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 err="1"/>
                        <a:t>Enrollment_ID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Student_ID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Course_ID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74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2134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401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57853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E4AD83BC-7B8A-AD61-A43E-38B6C0E52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465007" cy="4347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C1B6D7-9482-7C33-D954-FB213E4E2077}"/>
              </a:ext>
            </a:extLst>
          </p:cNvPr>
          <p:cNvSpPr txBox="1"/>
          <p:nvPr/>
        </p:nvSpPr>
        <p:spPr>
          <a:xfrm>
            <a:off x="755895" y="531523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Result:</a:t>
            </a:r>
          </a:p>
          <a:p>
            <a:pPr>
              <a:buNone/>
            </a:pPr>
            <a:r>
              <a:rPr lang="en-IN" dirty="0"/>
              <a:t>Partial dependencies are removed, and the database is now in 2NF.</a:t>
            </a:r>
          </a:p>
        </p:txBody>
      </p:sp>
    </p:spTree>
    <p:extLst>
      <p:ext uri="{BB962C8B-B14F-4D97-AF65-F5344CB8AC3E}">
        <p14:creationId xmlns:p14="http://schemas.microsoft.com/office/powerpoint/2010/main" val="2195776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02BCA-CC54-977E-58F6-F68977CAC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9016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3NF – Third Normal Form</a:t>
            </a:r>
          </a:p>
          <a:p>
            <a:pPr marL="0" indent="0">
              <a:buNone/>
            </a:pPr>
            <a:r>
              <a:rPr lang="en-IN" sz="1800" b="1" dirty="0"/>
              <a:t>Rule</a:t>
            </a:r>
          </a:p>
          <a:p>
            <a:r>
              <a:rPr lang="en-IN" sz="1800" dirty="0"/>
              <a:t>The table must already be in </a:t>
            </a:r>
            <a:r>
              <a:rPr lang="en-IN" sz="1800" b="1" dirty="0"/>
              <a:t>2NF</a:t>
            </a:r>
            <a:r>
              <a:rPr lang="en-IN" sz="1800" dirty="0"/>
              <a:t>. </a:t>
            </a:r>
          </a:p>
          <a:p>
            <a:r>
              <a:rPr lang="en-IN" sz="1800" b="1" dirty="0"/>
              <a:t>Transitive dependency</a:t>
            </a:r>
            <a:r>
              <a:rPr lang="en-IN" sz="1800" dirty="0"/>
              <a:t> must be removed. </a:t>
            </a:r>
          </a:p>
          <a:p>
            <a:r>
              <a:rPr lang="en-IN" sz="1800" dirty="0"/>
              <a:t>Non-key attributes should depend only on the primary key. </a:t>
            </a:r>
          </a:p>
          <a:p>
            <a:endParaRPr lang="en-IN" sz="1800" dirty="0"/>
          </a:p>
          <a:p>
            <a:pPr marL="0" indent="0">
              <a:buNone/>
            </a:pPr>
            <a:r>
              <a:rPr lang="en-IN" sz="1800" dirty="0"/>
              <a:t>In the 2NF STUDENT table:</a:t>
            </a:r>
          </a:p>
          <a:p>
            <a:pPr marL="0" indent="0">
              <a:buNone/>
            </a:pPr>
            <a:r>
              <a:rPr lang="en-IN" sz="1800" b="1" dirty="0"/>
              <a:t>Student_ID → </a:t>
            </a:r>
            <a:r>
              <a:rPr lang="en-IN" sz="1800" b="1" dirty="0" err="1"/>
              <a:t>Dept_ID</a:t>
            </a:r>
            <a:r>
              <a:rPr lang="en-IN" sz="1800" b="1" dirty="0"/>
              <a:t> → </a:t>
            </a:r>
            <a:r>
              <a:rPr lang="en-IN" sz="1800" b="1" dirty="0" err="1"/>
              <a:t>Dept_Name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So, </a:t>
            </a:r>
            <a:r>
              <a:rPr lang="en-IN" sz="1800" dirty="0" err="1"/>
              <a:t>Dept_Name</a:t>
            </a:r>
            <a:r>
              <a:rPr lang="en-IN" sz="1800" dirty="0"/>
              <a:t> indirectly depends on Student_ID through </a:t>
            </a:r>
            <a:r>
              <a:rPr lang="en-IN" sz="1800" dirty="0" err="1"/>
              <a:t>Dept_ID</a:t>
            </a:r>
            <a:r>
              <a:rPr lang="en-IN" sz="1800" dirty="0"/>
              <a:t>.</a:t>
            </a:r>
          </a:p>
          <a:p>
            <a:pPr marL="0" indent="0">
              <a:buNone/>
            </a:pPr>
            <a:r>
              <a:rPr lang="en-IN" sz="1800" dirty="0"/>
              <a:t>Therefore, we separate the department information.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b="1" dirty="0"/>
              <a:t>Table 1: </a:t>
            </a:r>
            <a:r>
              <a:rPr lang="en-IN" sz="1800" dirty="0"/>
              <a:t>STUDENT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606867C-A92B-AC52-C1D3-28605FB6E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804844"/>
              </p:ext>
            </p:extLst>
          </p:nvPr>
        </p:nvGraphicFramePr>
        <p:xfrm>
          <a:off x="838200" y="5124518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4841771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6101254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64568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Student_ID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Student_Name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Dept_ID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729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Aarav Sharma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61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Ananya Reddy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31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 Kumar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642613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E2F02F4-CCDB-1F5F-299A-E4A6EF3B2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465007" cy="51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48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E1D90-653E-FEEC-EDAC-07DD6B370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48"/>
            <a:ext cx="10515600" cy="5274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Table 2:</a:t>
            </a:r>
            <a:r>
              <a:rPr lang="en-IN" sz="1800" dirty="0"/>
              <a:t> DEPARTMENT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BC9B59-39D4-BDE6-8406-039C28C4F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476704"/>
              </p:ext>
            </p:extLst>
          </p:nvPr>
        </p:nvGraphicFramePr>
        <p:xfrm>
          <a:off x="940619" y="1327355"/>
          <a:ext cx="9943689" cy="1845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563">
                  <a:extLst>
                    <a:ext uri="{9D8B030D-6E8A-4147-A177-3AD203B41FA5}">
                      <a16:colId xmlns:a16="http://schemas.microsoft.com/office/drawing/2014/main" val="2184374970"/>
                    </a:ext>
                  </a:extLst>
                </a:gridCol>
                <a:gridCol w="3314563">
                  <a:extLst>
                    <a:ext uri="{9D8B030D-6E8A-4147-A177-3AD203B41FA5}">
                      <a16:colId xmlns:a16="http://schemas.microsoft.com/office/drawing/2014/main" val="699396305"/>
                    </a:ext>
                  </a:extLst>
                </a:gridCol>
                <a:gridCol w="3314563">
                  <a:extLst>
                    <a:ext uri="{9D8B030D-6E8A-4147-A177-3AD203B41FA5}">
                      <a16:colId xmlns:a16="http://schemas.microsoft.com/office/drawing/2014/main" val="909818371"/>
                    </a:ext>
                  </a:extLst>
                </a:gridCol>
              </a:tblGrid>
              <a:tr h="38845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 err="1"/>
                        <a:t>Dept_ID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548862"/>
                  </a:ext>
                </a:extLst>
              </a:tr>
              <a:tr h="38845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Computer Science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232826"/>
                  </a:ext>
                </a:extLst>
              </a:tr>
              <a:tr h="38845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Information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268709"/>
                  </a:ext>
                </a:extLst>
              </a:tr>
              <a:tr h="67979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Electronics and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938162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8C5A55A-1013-0A01-8C62-6B3517321DF6}"/>
              </a:ext>
            </a:extLst>
          </p:cNvPr>
          <p:cNvSpPr txBox="1"/>
          <p:nvPr/>
        </p:nvSpPr>
        <p:spPr>
          <a:xfrm>
            <a:off x="838200" y="35749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 3: </a:t>
            </a:r>
            <a:r>
              <a:rPr lang="en-IN" dirty="0"/>
              <a:t>COURSE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A15C786-79CB-CDBE-A7AF-E154FE0DF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472336"/>
              </p:ext>
            </p:extLst>
          </p:nvPr>
        </p:nvGraphicFramePr>
        <p:xfrm>
          <a:off x="940619" y="4094678"/>
          <a:ext cx="9943689" cy="2084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4563">
                  <a:extLst>
                    <a:ext uri="{9D8B030D-6E8A-4147-A177-3AD203B41FA5}">
                      <a16:colId xmlns:a16="http://schemas.microsoft.com/office/drawing/2014/main" val="3935466884"/>
                    </a:ext>
                  </a:extLst>
                </a:gridCol>
                <a:gridCol w="3314563">
                  <a:extLst>
                    <a:ext uri="{9D8B030D-6E8A-4147-A177-3AD203B41FA5}">
                      <a16:colId xmlns:a16="http://schemas.microsoft.com/office/drawing/2014/main" val="4184350777"/>
                    </a:ext>
                  </a:extLst>
                </a:gridCol>
                <a:gridCol w="3314563">
                  <a:extLst>
                    <a:ext uri="{9D8B030D-6E8A-4147-A177-3AD203B41FA5}">
                      <a16:colId xmlns:a16="http://schemas.microsoft.com/office/drawing/2014/main" val="2791609363"/>
                    </a:ext>
                  </a:extLst>
                </a:gridCol>
              </a:tblGrid>
              <a:tr h="52110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 err="1"/>
                        <a:t>Course_ID</a:t>
                      </a:r>
                      <a:r>
                        <a:rPr lang="en-IN" dirty="0"/>
                        <a:t> (PK)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Course_Name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Dept_ID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644207"/>
                  </a:ext>
                </a:extLst>
              </a:tr>
              <a:tr h="52110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Programming in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2515930"/>
                  </a:ext>
                </a:extLst>
              </a:tr>
              <a:tr h="52110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DBMS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9980565"/>
                  </a:ext>
                </a:extLst>
              </a:tr>
              <a:tr h="521104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Digital Electronics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4493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1A2822B-0653-9C4D-7A08-50DD93EA7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465007" cy="51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60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2A37AD-7720-5CFA-D84D-1CC22D595B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5472897"/>
              </p:ext>
            </p:extLst>
          </p:nvPr>
        </p:nvGraphicFramePr>
        <p:xfrm>
          <a:off x="688258" y="1945640"/>
          <a:ext cx="10515597" cy="1879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05685450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09001282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215304756"/>
                    </a:ext>
                  </a:extLst>
                </a:gridCol>
              </a:tblGrid>
              <a:tr h="46977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Enrollment_ID (PK)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Student_ID (FK)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Course_ID (FK)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300939"/>
                  </a:ext>
                </a:extLst>
              </a:tr>
              <a:tr h="46977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8373907"/>
                  </a:ext>
                </a:extLst>
              </a:tr>
              <a:tr h="46977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302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6819106"/>
                  </a:ext>
                </a:extLst>
              </a:tr>
              <a:tr h="46977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403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303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7429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6D42D14-F3FA-5805-8F7F-BD4FE3DA243B}"/>
              </a:ext>
            </a:extLst>
          </p:cNvPr>
          <p:cNvSpPr txBox="1"/>
          <p:nvPr/>
        </p:nvSpPr>
        <p:spPr>
          <a:xfrm>
            <a:off x="585018" y="11660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/>
              <a:t>Table 4: </a:t>
            </a:r>
            <a:r>
              <a:rPr lang="en-IN"/>
              <a:t>ENROLLMENT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E385E-6371-60A8-C1FE-CCE587278E1E}"/>
              </a:ext>
            </a:extLst>
          </p:cNvPr>
          <p:cNvSpPr txBox="1"/>
          <p:nvPr/>
        </p:nvSpPr>
        <p:spPr>
          <a:xfrm>
            <a:off x="786579" y="4306980"/>
            <a:ext cx="105155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Result: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The transitive dependency is removed by creating a separate </a:t>
            </a:r>
            <a:r>
              <a:rPr lang="en-IN" dirty="0">
                <a:latin typeface="+mn-lt"/>
              </a:rPr>
              <a:t>DEPARTMENT</a:t>
            </a:r>
            <a:r>
              <a:rPr lang="en-IN" dirty="0"/>
              <a:t> table. The database is now in 3NF.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5F2342-0BAB-B7E7-2D9E-04F37924D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465007" cy="51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0336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F1BC5-DA64-ADCD-68C5-CBA33BB14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803" y="0"/>
            <a:ext cx="2878394" cy="110971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04CAF-A775-4FD9-12EB-6F9E8C6F1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23" y="1189703"/>
            <a:ext cx="10515600" cy="4947931"/>
          </a:xfrm>
        </p:spPr>
        <p:txBody>
          <a:bodyPr>
            <a:normAutofit/>
          </a:bodyPr>
          <a:lstStyle/>
          <a:p>
            <a:pPr lvl="0"/>
            <a:r>
              <a:rPr lang="en-IN" sz="1800" dirty="0"/>
              <a:t>The University Academic Management System was successfully designed using DBMS concepts.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The system manages students, departments, faculty, courses, </a:t>
            </a:r>
            <a:r>
              <a:rPr lang="en-IN" sz="1800" dirty="0" err="1"/>
              <a:t>enrollment</a:t>
            </a:r>
            <a:r>
              <a:rPr lang="en-IN" sz="1800" dirty="0"/>
              <a:t>, examinations, and results efficiently.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Primary keys, foreign keys, and constraints are used to maintain data integrity and consistency.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SQL queries were implemented to retrieve and </a:t>
            </a:r>
            <a:r>
              <a:rPr lang="en-IN" sz="1800" dirty="0" err="1"/>
              <a:t>analyze</a:t>
            </a:r>
            <a:r>
              <a:rPr lang="en-IN" sz="1800" dirty="0"/>
              <a:t> academic information.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The database was normalized up to 3NF to reduce redundancy and avoid data anomalies.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Overall, the system provides a structured, reliable, and efficient way to manage university academic data.</a:t>
            </a:r>
          </a:p>
          <a:p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7889F-10A1-D9A9-0D0C-1DD391680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465007" cy="60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57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FA50F-ABE3-7ECD-E663-9FFCBE6B3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835" y="2766218"/>
            <a:ext cx="4992329" cy="1325563"/>
          </a:xfrm>
        </p:spPr>
        <p:txBody>
          <a:bodyPr>
            <a:normAutofit/>
          </a:bodyPr>
          <a:lstStyle/>
          <a:p>
            <a:r>
              <a:rPr lang="en-IN" sz="8000" b="1" dirty="0">
                <a:solidFill>
                  <a:schemeClr val="accent3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37714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2843</Words>
  <Application>Microsoft Office PowerPoint</Application>
  <PresentationFormat>Widescreen</PresentationFormat>
  <Paragraphs>543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Aptos</vt:lpstr>
      <vt:lpstr>Aptos Display</vt:lpstr>
      <vt:lpstr>Arial</vt:lpstr>
      <vt:lpstr>Arial Rounded MT Bold</vt:lpstr>
      <vt:lpstr>Times New Roman</vt:lpstr>
      <vt:lpstr>Wingdings</vt:lpstr>
      <vt:lpstr>Office Theme</vt:lpstr>
      <vt:lpstr>University Academic Management   Review-1</vt:lpstr>
      <vt:lpstr>Introduction</vt:lpstr>
      <vt:lpstr>Problem statement</vt:lpstr>
      <vt:lpstr>Objectives</vt:lpstr>
      <vt:lpstr>Functional Requirements </vt:lpstr>
      <vt:lpstr>Non - Functional Requirements </vt:lpstr>
      <vt:lpstr>End Users of the System</vt:lpstr>
      <vt:lpstr>Attributes and Entities</vt:lpstr>
      <vt:lpstr>Attributes and Entities</vt:lpstr>
      <vt:lpstr>ER diagram</vt:lpstr>
      <vt:lpstr>Relational Schema</vt:lpstr>
      <vt:lpstr>Relationship &amp; Cardinality</vt:lpstr>
      <vt:lpstr>Conclusion </vt:lpstr>
      <vt:lpstr>Thank You</vt:lpstr>
      <vt:lpstr>University Academic Management   Review-2</vt:lpstr>
      <vt:lpstr>Complete ER diagram</vt:lpstr>
      <vt:lpstr>SQL Table Creation</vt:lpstr>
      <vt:lpstr>PowerPoint Presentation</vt:lpstr>
      <vt:lpstr>PowerPoint Presentation</vt:lpstr>
      <vt:lpstr>PowerPoint Presentation</vt:lpstr>
      <vt:lpstr>Keys &amp; Constraints</vt:lpstr>
      <vt:lpstr>Basic queries &amp; Outputs</vt:lpstr>
      <vt:lpstr>PowerPoint Presentation</vt:lpstr>
      <vt:lpstr>PowerPoint Presentation</vt:lpstr>
      <vt:lpstr>PowerPoint Presentation</vt:lpstr>
      <vt:lpstr>PowerPoint Presentation</vt:lpstr>
      <vt:lpstr>8 Advanced queries &amp; Outputs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Normalization up to 3NF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Galidevara Bhagya Deepthi</dc:creator>
  <cp:lastModifiedBy>Galidevara Bhagya Deepthi</cp:lastModifiedBy>
  <cp:revision>5</cp:revision>
  <dcterms:created xsi:type="dcterms:W3CDTF">2026-08-11T12:54:12Z</dcterms:created>
  <dcterms:modified xsi:type="dcterms:W3CDTF">2026-10-01T14:14:59Z</dcterms:modified>
</cp:coreProperties>
</file>